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4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5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6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theme/theme7.xml" ContentType="application/vnd.openxmlformats-officedocument.theme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theme/theme8.xml" ContentType="application/vnd.openxmlformats-officedocument.theme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6" r:id="rId1"/>
    <p:sldMasterId id="2147483700" r:id="rId2"/>
    <p:sldMasterId id="2147483717" r:id="rId3"/>
    <p:sldMasterId id="2147483732" r:id="rId4"/>
    <p:sldMasterId id="2147483748" r:id="rId5"/>
    <p:sldMasterId id="2147483766" r:id="rId6"/>
    <p:sldMasterId id="2147483785" r:id="rId7"/>
    <p:sldMasterId id="2147483803" r:id="rId8"/>
    <p:sldMasterId id="2147483826" r:id="rId9"/>
  </p:sldMasterIdLst>
  <p:notesMasterIdLst>
    <p:notesMasterId r:id="rId37"/>
  </p:notesMasterIdLst>
  <p:sldIdLst>
    <p:sldId id="256" r:id="rId10"/>
    <p:sldId id="318" r:id="rId11"/>
    <p:sldId id="348" r:id="rId12"/>
    <p:sldId id="364" r:id="rId13"/>
    <p:sldId id="365" r:id="rId14"/>
    <p:sldId id="366" r:id="rId15"/>
    <p:sldId id="367" r:id="rId16"/>
    <p:sldId id="369" r:id="rId17"/>
    <p:sldId id="368" r:id="rId18"/>
    <p:sldId id="370" r:id="rId19"/>
    <p:sldId id="371" r:id="rId20"/>
    <p:sldId id="372" r:id="rId21"/>
    <p:sldId id="373" r:id="rId22"/>
    <p:sldId id="374" r:id="rId23"/>
    <p:sldId id="375" r:id="rId24"/>
    <p:sldId id="360" r:id="rId25"/>
    <p:sldId id="353" r:id="rId26"/>
    <p:sldId id="349" r:id="rId27"/>
    <p:sldId id="350" r:id="rId28"/>
    <p:sldId id="376" r:id="rId29"/>
    <p:sldId id="377" r:id="rId30"/>
    <p:sldId id="378" r:id="rId31"/>
    <p:sldId id="379" r:id="rId32"/>
    <p:sldId id="380" r:id="rId33"/>
    <p:sldId id="381" r:id="rId34"/>
    <p:sldId id="382" r:id="rId35"/>
    <p:sldId id="346" r:id="rId36"/>
  </p:sldIdLst>
  <p:sldSz cx="13793788" cy="8075613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544">
          <p15:clr>
            <a:srgbClr val="000000"/>
          </p15:clr>
        </p15:guide>
        <p15:guide id="2" pos="1412">
          <p15:clr>
            <a:srgbClr val="000000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000000"/>
          </p15:clr>
        </p15:guide>
        <p15:guide id="2" pos="2141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4C9B28-7464-456D-BFF1-DC548BAB6B00}">
  <a:tblStyle styleId="{AD4C9B28-7464-456D-BFF1-DC548BAB6B0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A9D943E-34CD-48D7-A3C0-DBD7E538FE28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21" autoAdjust="0"/>
  </p:normalViewPr>
  <p:slideViewPr>
    <p:cSldViewPr snapToGrid="0">
      <p:cViewPr varScale="1">
        <p:scale>
          <a:sx n="67" d="100"/>
          <a:sy n="67" d="100"/>
        </p:scale>
        <p:origin x="931" y="101"/>
      </p:cViewPr>
      <p:guideLst>
        <p:guide orient="horz" pos="2544"/>
        <p:guide pos="14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33172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9" Type="http://schemas.openxmlformats.org/officeDocument/2006/relationships/viewProps" Target="viewProps.xml"/><Relationship Id="rId21" Type="http://schemas.openxmlformats.org/officeDocument/2006/relationships/slide" Target="slides/slide12.xml"/><Relationship Id="rId34" Type="http://schemas.openxmlformats.org/officeDocument/2006/relationships/slide" Target="slides/slide25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slide" Target="slides/slide20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slide" Target="slides/slide23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36" Type="http://schemas.openxmlformats.org/officeDocument/2006/relationships/slide" Target="slides/slide27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slide" Target="slides/slide22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slide" Target="slides/slide21.xml"/><Relationship Id="rId35" Type="http://schemas.openxmlformats.org/officeDocument/2006/relationships/slide" Target="slides/slide26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slide" Target="slides/slide24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9687" y="0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0662" y="744537"/>
            <a:ext cx="63563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9450" y="4716462"/>
            <a:ext cx="5438775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162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9687" y="9428162"/>
            <a:ext cx="2946400" cy="496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00" y="747713"/>
            <a:ext cx="6392863" cy="37433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1:notes"/>
          <p:cNvSpPr txBox="1">
            <a:spLocks noGrp="1"/>
          </p:cNvSpPr>
          <p:nvPr>
            <p:ph type="body" idx="1"/>
          </p:nvPr>
        </p:nvSpPr>
        <p:spPr>
          <a:xfrm>
            <a:off x="679450" y="4716462"/>
            <a:ext cx="5438775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C9B2F68-91F3-4B1B-870F-5AB58E6FBE64}" type="slidenum">
              <a:rPr kumimoji="1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新細明體" pitchFamily="18" charset="-120"/>
                <a:cs typeface="Arial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1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pitchFamily="18" charset="-120"/>
              <a:cs typeface="Arial"/>
              <a:sym typeface="Arial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500063" y="685800"/>
            <a:ext cx="5857875" cy="342900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367060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0663" y="744538"/>
            <a:ext cx="63563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7" name="Google Shape;487;p41:notes"/>
          <p:cNvSpPr txBox="1">
            <a:spLocks noGrp="1"/>
          </p:cNvSpPr>
          <p:nvPr>
            <p:ph type="body" idx="1"/>
          </p:nvPr>
        </p:nvSpPr>
        <p:spPr>
          <a:xfrm>
            <a:off x="679450" y="4716462"/>
            <a:ext cx="5438775" cy="446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2467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35050" y="2508250"/>
            <a:ext cx="11723688" cy="173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068513" y="4576763"/>
            <a:ext cx="9656762" cy="206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EAEAEA"/>
              </a:buClr>
              <a:buSzPts val="5500"/>
              <a:buNone/>
              <a:defRPr/>
            </a:lvl1pPr>
            <a:lvl2pPr lvl="1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EAEAEA"/>
              </a:buClr>
              <a:buSzPts val="4800"/>
              <a:buNone/>
              <a:defRPr/>
            </a:lvl2pPr>
            <a:lvl3pPr lvl="2" algn="ctr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EAEAEA"/>
              </a:buClr>
              <a:buSzPts val="4400"/>
              <a:buNone/>
              <a:defRPr/>
            </a:lvl3pPr>
            <a:lvl4pPr lvl="3" algn="ctr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EAEAEA"/>
              </a:buClr>
              <a:buSzPts val="4200"/>
              <a:buNone/>
              <a:defRPr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AEAEA"/>
              </a:buClr>
              <a:buSzPts val="4000"/>
              <a:buNone/>
              <a:defRPr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AEAEA"/>
              </a:buClr>
              <a:buSzPts val="4000"/>
              <a:buNone/>
              <a:defRPr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AEAEA"/>
              </a:buClr>
              <a:buSzPts val="4000"/>
              <a:buNone/>
              <a:defRPr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AEAEA"/>
              </a:buClr>
              <a:buSzPts val="4000"/>
              <a:buNone/>
              <a:defRPr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AEAEA"/>
              </a:buClr>
              <a:buSzPts val="4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dt" idx="10"/>
          </p:nvPr>
        </p:nvSpPr>
        <p:spPr>
          <a:xfrm>
            <a:off x="688975" y="7485062"/>
            <a:ext cx="3219450" cy="43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ftr" idx="11"/>
          </p:nvPr>
        </p:nvSpPr>
        <p:spPr>
          <a:xfrm>
            <a:off x="8840787" y="7278687"/>
            <a:ext cx="4370387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704850" y="293687"/>
            <a:ext cx="12415837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688975" y="1884362"/>
            <a:ext cx="12415837" cy="532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688975" y="7485062"/>
            <a:ext cx="3219450" cy="43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8840787" y="7278687"/>
            <a:ext cx="4370387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橫式_內文">
  <p:cSld name="橫式_內文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1223024" y="1334559"/>
            <a:ext cx="12355644" cy="97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>
            <a:lvl1pPr marL="457200" lvl="0" indent="-62400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27"/>
              <a:buFont typeface="Arial"/>
              <a:buChar char="•"/>
              <a:defRPr sz="5189" b="0" i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defRPr>
            </a:lvl1pPr>
            <a:lvl2pPr marL="914400" lvl="1" indent="-228600" algn="l">
              <a:lnSpc>
                <a:spcPct val="150000"/>
              </a:lnSpc>
              <a:spcBef>
                <a:spcPts val="960"/>
              </a:spcBef>
              <a:spcAft>
                <a:spcPts val="0"/>
              </a:spcAft>
              <a:buSzPts val="1400"/>
              <a:buNone/>
              <a:defRPr sz="4890">
                <a:solidFill>
                  <a:srgbClr val="D8D8D8"/>
                </a:solidFill>
                <a:latin typeface="DFKai-SB"/>
                <a:ea typeface="DFKai-SB"/>
                <a:cs typeface="DFKai-SB"/>
                <a:sym typeface="DFKai-SB"/>
              </a:defRPr>
            </a:lvl2pPr>
            <a:lvl3pPr marL="1371600" lvl="2" indent="-228600" algn="l">
              <a:lnSpc>
                <a:spcPct val="150000"/>
              </a:lnSpc>
              <a:spcBef>
                <a:spcPts val="880"/>
              </a:spcBef>
              <a:spcAft>
                <a:spcPts val="0"/>
              </a:spcAft>
              <a:buSzPts val="1400"/>
              <a:buNone/>
              <a:defRPr sz="4890">
                <a:solidFill>
                  <a:srgbClr val="D8D8D8"/>
                </a:solidFill>
                <a:latin typeface="DFKai-SB"/>
                <a:ea typeface="DFKai-SB"/>
                <a:cs typeface="DFKai-SB"/>
                <a:sym typeface="DFKai-SB"/>
              </a:defRPr>
            </a:lvl3pPr>
            <a:lvl4pPr marL="1828800" lvl="3" indent="-228600" algn="l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SzPts val="1400"/>
              <a:buNone/>
              <a:defRPr sz="4890">
                <a:solidFill>
                  <a:srgbClr val="D8D8D8"/>
                </a:solidFill>
                <a:latin typeface="DFKai-SB"/>
                <a:ea typeface="DFKai-SB"/>
                <a:cs typeface="DFKai-SB"/>
                <a:sym typeface="DFKai-SB"/>
              </a:defRPr>
            </a:lvl4pPr>
            <a:lvl5pPr marL="2286000" lvl="4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4890">
                <a:solidFill>
                  <a:srgbClr val="D8D8D8"/>
                </a:solidFill>
                <a:latin typeface="DFKai-SB"/>
                <a:ea typeface="DFKai-SB"/>
                <a:cs typeface="DFKai-SB"/>
                <a:sym typeface="DFKai-SB"/>
              </a:defRPr>
            </a:lvl5pPr>
            <a:lvl6pPr marL="2743200" lvl="5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-29697" y="2335858"/>
            <a:ext cx="1096001" cy="706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25" tIns="58300" rIns="116625" bIns="5830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3"/>
              <a:buFont typeface="Arial"/>
              <a:buNone/>
              <a:defRPr sz="3843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3"/>
              <a:buFont typeface="Arial"/>
              <a:buNone/>
              <a:defRPr sz="3843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3"/>
              <a:buFont typeface="Arial"/>
              <a:buNone/>
              <a:defRPr sz="3843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3"/>
              <a:buFont typeface="Arial"/>
              <a:buNone/>
              <a:defRPr sz="3843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3"/>
              <a:buFont typeface="Arial"/>
              <a:buNone/>
              <a:defRPr sz="3843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3"/>
              <a:buFont typeface="Arial"/>
              <a:buNone/>
              <a:defRPr sz="3843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3"/>
              <a:buFont typeface="Arial"/>
              <a:buNone/>
              <a:defRPr sz="3843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3"/>
              <a:buFont typeface="Arial"/>
              <a:buNone/>
              <a:defRPr sz="3843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3"/>
              <a:buFont typeface="Arial"/>
              <a:buNone/>
              <a:defRPr sz="3843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內文+照片">
  <p:cSld name="內文+照片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488183" y="1805560"/>
            <a:ext cx="7705025" cy="513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ts val="1400"/>
              <a:buNone/>
              <a:defRPr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2"/>
          </p:nvPr>
        </p:nvSpPr>
        <p:spPr>
          <a:xfrm rot="5400000">
            <a:off x="9243676" y="3219372"/>
            <a:ext cx="7413910" cy="13824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>
            <a:lvl1pPr marL="457200" lvl="0" indent="-624001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227"/>
              <a:buFont typeface="Arial"/>
              <a:buChar char="•"/>
              <a:defRPr sz="5189" b="0" i="0">
                <a:solidFill>
                  <a:schemeClr val="dk1"/>
                </a:solidFill>
                <a:latin typeface="DFKai-SB"/>
                <a:ea typeface="DFKai-SB"/>
                <a:cs typeface="DFKai-SB"/>
                <a:sym typeface="DFKai-SB"/>
              </a:defRPr>
            </a:lvl1pPr>
            <a:lvl2pPr marL="914400" lvl="1" indent="-228600" algn="l">
              <a:lnSpc>
                <a:spcPct val="150000"/>
              </a:lnSpc>
              <a:spcBef>
                <a:spcPts val="960"/>
              </a:spcBef>
              <a:spcAft>
                <a:spcPts val="0"/>
              </a:spcAft>
              <a:buSzPts val="1400"/>
              <a:buNone/>
              <a:defRPr sz="4890">
                <a:solidFill>
                  <a:srgbClr val="D8D8D8"/>
                </a:solidFill>
                <a:latin typeface="DFKai-SB"/>
                <a:ea typeface="DFKai-SB"/>
                <a:cs typeface="DFKai-SB"/>
                <a:sym typeface="DFKai-SB"/>
              </a:defRPr>
            </a:lvl2pPr>
            <a:lvl3pPr marL="1371600" lvl="2" indent="-228600" algn="l">
              <a:lnSpc>
                <a:spcPct val="150000"/>
              </a:lnSpc>
              <a:spcBef>
                <a:spcPts val="880"/>
              </a:spcBef>
              <a:spcAft>
                <a:spcPts val="0"/>
              </a:spcAft>
              <a:buSzPts val="1400"/>
              <a:buNone/>
              <a:defRPr sz="4890">
                <a:solidFill>
                  <a:srgbClr val="D8D8D8"/>
                </a:solidFill>
                <a:latin typeface="DFKai-SB"/>
                <a:ea typeface="DFKai-SB"/>
                <a:cs typeface="DFKai-SB"/>
                <a:sym typeface="DFKai-SB"/>
              </a:defRPr>
            </a:lvl3pPr>
            <a:lvl4pPr marL="1828800" lvl="3" indent="-228600" algn="l">
              <a:lnSpc>
                <a:spcPct val="150000"/>
              </a:lnSpc>
              <a:spcBef>
                <a:spcPts val="840"/>
              </a:spcBef>
              <a:spcAft>
                <a:spcPts val="0"/>
              </a:spcAft>
              <a:buSzPts val="1400"/>
              <a:buNone/>
              <a:defRPr sz="4890">
                <a:solidFill>
                  <a:srgbClr val="D8D8D8"/>
                </a:solidFill>
                <a:latin typeface="DFKai-SB"/>
                <a:ea typeface="DFKai-SB"/>
                <a:cs typeface="DFKai-SB"/>
                <a:sym typeface="DFKai-SB"/>
              </a:defRPr>
            </a:lvl4pPr>
            <a:lvl5pPr marL="2286000" lvl="4" indent="-22860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 sz="4890">
                <a:solidFill>
                  <a:srgbClr val="D8D8D8"/>
                </a:solidFill>
                <a:latin typeface="DFKai-SB"/>
                <a:ea typeface="DFKai-SB"/>
                <a:cs typeface="DFKai-SB"/>
                <a:sym typeface="DFKai-SB"/>
              </a:defRPr>
            </a:lvl5pPr>
            <a:lvl6pPr marL="2743200" lvl="5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sldNum" idx="12"/>
          </p:nvPr>
        </p:nvSpPr>
        <p:spPr>
          <a:xfrm>
            <a:off x="-31754" y="2237607"/>
            <a:ext cx="1096001" cy="706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625" tIns="58300" rIns="116625" bIns="5830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3"/>
              <a:buFont typeface="Arial"/>
              <a:buNone/>
              <a:defRPr sz="3843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3"/>
              <a:buFont typeface="Arial"/>
              <a:buNone/>
              <a:defRPr sz="3843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3"/>
              <a:buFont typeface="Arial"/>
              <a:buNone/>
              <a:defRPr sz="3843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3"/>
              <a:buFont typeface="Arial"/>
              <a:buNone/>
              <a:defRPr sz="3843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3"/>
              <a:buFont typeface="Arial"/>
              <a:buNone/>
              <a:defRPr sz="3843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3"/>
              <a:buFont typeface="Arial"/>
              <a:buNone/>
              <a:defRPr sz="3843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3"/>
              <a:buFont typeface="Arial"/>
              <a:buNone/>
              <a:defRPr sz="3843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3"/>
              <a:buFont typeface="Arial"/>
              <a:buNone/>
              <a:defRPr sz="3843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43"/>
              <a:buFont typeface="Arial"/>
              <a:buNone/>
              <a:defRPr sz="3843" b="0" i="0" u="none" strike="noStrike" cap="non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704850" y="293687"/>
            <a:ext cx="12415837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1"/>
          </p:nvPr>
        </p:nvSpPr>
        <p:spPr>
          <a:xfrm rot="5400000">
            <a:off x="4232275" y="-1658938"/>
            <a:ext cx="5329237" cy="12415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688975" y="7485062"/>
            <a:ext cx="3219450" cy="43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8840787" y="7278687"/>
            <a:ext cx="4370387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title"/>
          </p:nvPr>
        </p:nvSpPr>
        <p:spPr>
          <a:xfrm>
            <a:off x="2703513" y="5653088"/>
            <a:ext cx="8277225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>
            <a:spLocks noGrp="1"/>
          </p:cNvSpPr>
          <p:nvPr>
            <p:ph type="pic" idx="2"/>
          </p:nvPr>
        </p:nvSpPr>
        <p:spPr>
          <a:xfrm>
            <a:off x="2703513" y="722313"/>
            <a:ext cx="8277225" cy="484505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>
            <a:spLocks noGrp="1"/>
          </p:cNvSpPr>
          <p:nvPr>
            <p:ph type="body" idx="1"/>
          </p:nvPr>
        </p:nvSpPr>
        <p:spPr>
          <a:xfrm>
            <a:off x="2703513" y="6319838"/>
            <a:ext cx="8277225" cy="947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EAEAEA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EAEAEA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AEAEA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EAEAEA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EAEAEA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EAEAEA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EAEAEA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EAEAEA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EAEAEA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dt" idx="10"/>
          </p:nvPr>
        </p:nvSpPr>
        <p:spPr>
          <a:xfrm>
            <a:off x="688975" y="7485062"/>
            <a:ext cx="3219450" cy="43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ftr" idx="11"/>
          </p:nvPr>
        </p:nvSpPr>
        <p:spPr>
          <a:xfrm>
            <a:off x="8840787" y="7278687"/>
            <a:ext cx="4370387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/>
          </p:nvPr>
        </p:nvSpPr>
        <p:spPr>
          <a:xfrm>
            <a:off x="688975" y="322263"/>
            <a:ext cx="4538663" cy="1368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5392738" y="322263"/>
            <a:ext cx="7712075" cy="689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400"/>
              <a:buNone/>
              <a:defRPr sz="3200"/>
            </a:lvl1pPr>
            <a:lvl2pPr marL="914400" lvl="1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2800"/>
            </a:lvl2pPr>
            <a:lvl3pPr marL="1371600" lvl="2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  <a:defRPr sz="2400"/>
            </a:lvl3pPr>
            <a:lvl4pPr marL="1828800" lvl="3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5pPr>
            <a:lvl6pPr marL="2743200" lvl="5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6pPr>
            <a:lvl7pPr marL="3200400" lvl="6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7pPr>
            <a:lvl8pPr marL="3657600" lvl="7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8pPr>
            <a:lvl9pPr marL="4114800" lvl="8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body" idx="2"/>
          </p:nvPr>
        </p:nvSpPr>
        <p:spPr>
          <a:xfrm>
            <a:off x="688975" y="1690688"/>
            <a:ext cx="4538663" cy="552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EAEAEA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EAEAEA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EAEAEA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EAEAEA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EAEAEA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EAEAEA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EAEAEA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EAEAEA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EAEAEA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dt" idx="10"/>
          </p:nvPr>
        </p:nvSpPr>
        <p:spPr>
          <a:xfrm>
            <a:off x="688975" y="7485062"/>
            <a:ext cx="3219450" cy="43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ftr" idx="11"/>
          </p:nvPr>
        </p:nvSpPr>
        <p:spPr>
          <a:xfrm>
            <a:off x="8840787" y="7278687"/>
            <a:ext cx="4370387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自訂版面配置">
  <p:cSld name="2_自訂版面配置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title"/>
          </p:nvPr>
        </p:nvSpPr>
        <p:spPr>
          <a:xfrm>
            <a:off x="704850" y="293687"/>
            <a:ext cx="12415837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dt" idx="10"/>
          </p:nvPr>
        </p:nvSpPr>
        <p:spPr>
          <a:xfrm>
            <a:off x="688975" y="7485062"/>
            <a:ext cx="3219450" cy="43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ftr" idx="11"/>
          </p:nvPr>
        </p:nvSpPr>
        <p:spPr>
          <a:xfrm>
            <a:off x="8840787" y="7278687"/>
            <a:ext cx="4370387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自訂版面配置">
  <p:cSld name="1_自訂版面配置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>
            <a:spLocks noGrp="1"/>
          </p:cNvSpPr>
          <p:nvPr>
            <p:ph type="title"/>
          </p:nvPr>
        </p:nvSpPr>
        <p:spPr>
          <a:xfrm>
            <a:off x="704850" y="293687"/>
            <a:ext cx="12415837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dt" idx="10"/>
          </p:nvPr>
        </p:nvSpPr>
        <p:spPr>
          <a:xfrm>
            <a:off x="688975" y="7485062"/>
            <a:ext cx="3219450" cy="43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ftr" idx="11"/>
          </p:nvPr>
        </p:nvSpPr>
        <p:spPr>
          <a:xfrm>
            <a:off x="8840787" y="7278687"/>
            <a:ext cx="4370387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自訂版面配置">
  <p:cSld name="自訂版面配置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704850" y="293687"/>
            <a:ext cx="12415837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dt" idx="10"/>
          </p:nvPr>
        </p:nvSpPr>
        <p:spPr>
          <a:xfrm>
            <a:off x="688975" y="7485062"/>
            <a:ext cx="3219450" cy="43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ftr" idx="11"/>
          </p:nvPr>
        </p:nvSpPr>
        <p:spPr>
          <a:xfrm>
            <a:off x="8840787" y="7278687"/>
            <a:ext cx="4370387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>
  <p:cSld name="空白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dt" idx="10"/>
          </p:nvPr>
        </p:nvSpPr>
        <p:spPr>
          <a:xfrm>
            <a:off x="688975" y="7485062"/>
            <a:ext cx="3219450" cy="43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ftr" idx="11"/>
          </p:nvPr>
        </p:nvSpPr>
        <p:spPr>
          <a:xfrm>
            <a:off x="8840787" y="7278687"/>
            <a:ext cx="4370387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704850" y="293687"/>
            <a:ext cx="12415837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688975" y="7485062"/>
            <a:ext cx="3219450" cy="43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8840787" y="7278687"/>
            <a:ext cx="4370387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title"/>
          </p:nvPr>
        </p:nvSpPr>
        <p:spPr>
          <a:xfrm>
            <a:off x="688975" y="323850"/>
            <a:ext cx="12415838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688975" y="1808163"/>
            <a:ext cx="6096000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AEAEA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AEAEA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AEAEA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EAEAEA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EAEAEA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EAEAEA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EAEAEA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EAEAEA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EAEAEA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2"/>
          </p:nvPr>
        </p:nvSpPr>
        <p:spPr>
          <a:xfrm>
            <a:off x="688975" y="2560638"/>
            <a:ext cx="6096000" cy="4652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3"/>
          </p:nvPr>
        </p:nvSpPr>
        <p:spPr>
          <a:xfrm>
            <a:off x="7007225" y="1808163"/>
            <a:ext cx="6097588" cy="752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EAEAEA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AEAEA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AEAEA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EAEAEA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EAEAEA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EAEAEA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EAEAEA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EAEAEA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EAEAEA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4"/>
          </p:nvPr>
        </p:nvSpPr>
        <p:spPr>
          <a:xfrm>
            <a:off x="7007225" y="2560638"/>
            <a:ext cx="6097588" cy="4652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None/>
              <a:defRPr sz="1600"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dt" idx="10"/>
          </p:nvPr>
        </p:nvSpPr>
        <p:spPr>
          <a:xfrm>
            <a:off x="688975" y="7485062"/>
            <a:ext cx="3219450" cy="43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ftr" idx="11"/>
          </p:nvPr>
        </p:nvSpPr>
        <p:spPr>
          <a:xfrm>
            <a:off x="8840787" y="7278687"/>
            <a:ext cx="4370387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704850" y="293687"/>
            <a:ext cx="12415837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688975" y="1884363"/>
            <a:ext cx="6130925" cy="532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2800"/>
            </a:lvl1pPr>
            <a:lvl2pPr marL="914400" lvl="1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  <a:defRPr sz="240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body" idx="2"/>
          </p:nvPr>
        </p:nvSpPr>
        <p:spPr>
          <a:xfrm>
            <a:off x="6972300" y="1884363"/>
            <a:ext cx="6132513" cy="532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400"/>
              <a:buNone/>
              <a:defRPr sz="2800"/>
            </a:lvl1pPr>
            <a:lvl2pPr marL="914400" lvl="1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400"/>
              <a:buNone/>
              <a:defRPr sz="2400"/>
            </a:lvl2pPr>
            <a:lvl3pPr marL="1371600" lvl="2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3pPr>
            <a:lvl4pPr marL="1828800" lvl="3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dt" idx="10"/>
          </p:nvPr>
        </p:nvSpPr>
        <p:spPr>
          <a:xfrm>
            <a:off x="688975" y="7485062"/>
            <a:ext cx="3219450" cy="43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ftr" idx="11"/>
          </p:nvPr>
        </p:nvSpPr>
        <p:spPr>
          <a:xfrm>
            <a:off x="8840787" y="7278687"/>
            <a:ext cx="4370387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章節標題" type="secHead">
  <p:cSld name="SECTION_HEADER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>
            <a:spLocks noGrp="1"/>
          </p:cNvSpPr>
          <p:nvPr>
            <p:ph type="title"/>
          </p:nvPr>
        </p:nvSpPr>
        <p:spPr>
          <a:xfrm>
            <a:off x="1089025" y="5189538"/>
            <a:ext cx="11725275" cy="160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body" idx="1"/>
          </p:nvPr>
        </p:nvSpPr>
        <p:spPr>
          <a:xfrm>
            <a:off x="1089025" y="3422650"/>
            <a:ext cx="11725275" cy="176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EAEAEA"/>
              </a:buClr>
              <a:buSzPts val="2000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EAEAEA"/>
              </a:buClr>
              <a:buSzPts val="1800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EAEAEA"/>
              </a:buClr>
              <a:buSzPts val="1600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EAEAEA"/>
              </a:buClr>
              <a:buSzPts val="1400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EAEAEA"/>
              </a:buClr>
              <a:buSzPts val="1400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EAEAEA"/>
              </a:buClr>
              <a:buSzPts val="1400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EAEAEA"/>
              </a:buClr>
              <a:buSzPts val="1400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EAEAEA"/>
              </a:buClr>
              <a:buSzPts val="1400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EAEAEA"/>
              </a:buClr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dt" idx="10"/>
          </p:nvPr>
        </p:nvSpPr>
        <p:spPr>
          <a:xfrm>
            <a:off x="688975" y="7485062"/>
            <a:ext cx="3219450" cy="43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1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ftr" idx="11"/>
          </p:nvPr>
        </p:nvSpPr>
        <p:spPr>
          <a:xfrm>
            <a:off x="8840787" y="7278687"/>
            <a:ext cx="4370387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500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媒體版面配置區 7"/>
          <p:cNvSpPr>
            <a:spLocks noGrp="1"/>
          </p:cNvSpPr>
          <p:nvPr>
            <p:ph type="media" sz="quarter" idx="13"/>
          </p:nvPr>
        </p:nvSpPr>
        <p:spPr>
          <a:xfrm>
            <a:off x="2792439" y="2813671"/>
            <a:ext cx="9001125" cy="3671887"/>
          </a:xfrm>
        </p:spPr>
        <p:txBody>
          <a:bodyPr/>
          <a:lstStyle>
            <a:lvl1pPr>
              <a:defRPr sz="5189">
                <a:solidFill>
                  <a:schemeClr val="tx1">
                    <a:lumMod val="9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9" name="標題 8"/>
          <p:cNvSpPr>
            <a:spLocks noGrp="1"/>
          </p:cNvSpPr>
          <p:nvPr>
            <p:ph type="title"/>
          </p:nvPr>
        </p:nvSpPr>
        <p:spPr>
          <a:xfrm>
            <a:off x="1424286" y="149374"/>
            <a:ext cx="11898312" cy="15605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54E0CA5-3CAB-43AA-9E71-EBA91FC6919B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15873" y="2148080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0829496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橫式_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Content Placeholder 10">
            <a:extLst>
              <a:ext uri="{FF2B5EF4-FFF2-40B4-BE49-F238E27FC236}">
                <a16:creationId xmlns:a16="http://schemas.microsoft.com/office/drawing/2014/main" id="{1B012383-07DE-487F-B7A6-EF4A43D09494}"/>
              </a:ext>
            </a:extLst>
          </p:cNvPr>
          <p:cNvSpPr>
            <a:spLocks noGrp="1"/>
          </p:cNvSpPr>
          <p:nvPr>
            <p:ph orient="vert" sz="quarter" idx="13" hasCustomPrompt="1"/>
          </p:nvPr>
        </p:nvSpPr>
        <p:spPr>
          <a:xfrm>
            <a:off x="1223024" y="1334559"/>
            <a:ext cx="12355644" cy="970715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411436" indent="-411436" algn="l">
              <a:lnSpc>
                <a:spcPct val="110000"/>
              </a:lnSpc>
              <a:spcBef>
                <a:spcPts val="0"/>
              </a:spcBef>
              <a:buClr>
                <a:schemeClr val="tx1">
                  <a:lumMod val="95000"/>
                </a:schemeClr>
              </a:buClr>
              <a:buSzPct val="120000"/>
              <a:buFont typeface="Arial" panose="020B0604020202020204" pitchFamily="34" charset="0"/>
              <a:buChar char="•"/>
              <a:defRPr lang="en-SG" sz="5189" b="0" i="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2E75E7E-C625-48BE-BF28-C938EE51D49A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29697" y="233585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1031898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24472" y="686326"/>
            <a:ext cx="3829676" cy="6888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85905" tIns="42951" rIns="85905" bIns="42951" anchor="ctr"/>
          <a:lstStyle>
            <a:lvl1pPr>
              <a:lnSpc>
                <a:spcPct val="100000"/>
              </a:lnSpc>
              <a:defRPr kumimoji="1" lang="zh-TW" altLang="en-US" sz="7196" b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pPr lvl="0"/>
            <a:r>
              <a:rPr lang="zh-CN" altLang="en-US" dirty="0"/>
              <a:t>標題</a:t>
            </a:r>
            <a:endParaRPr lang="zh-TW" altLang="en-US" dirty="0"/>
          </a:p>
        </p:txBody>
      </p:sp>
      <p:sp>
        <p:nvSpPr>
          <p:cNvPr id="10" name="Vertical Text Placeholder 8"/>
          <p:cNvSpPr>
            <a:spLocks noGrp="1"/>
          </p:cNvSpPr>
          <p:nvPr>
            <p:ph type="body" orient="vert" sz="quarter" idx="11" hasCustomPrompt="1"/>
          </p:nvPr>
        </p:nvSpPr>
        <p:spPr>
          <a:xfrm>
            <a:off x="10957069" y="220973"/>
            <a:ext cx="1419342" cy="7731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85905" tIns="42951" rIns="85905" bIns="42951" anchor="ctr">
            <a:spAutoFit/>
          </a:bodyPr>
          <a:lstStyle>
            <a:lvl1pPr marL="0" indent="0">
              <a:buFont typeface="Arial" charset="0"/>
              <a:buNone/>
              <a:defRPr kumimoji="1" lang="en-US" altLang="zh-TW" sz="5397" b="0" kern="1200" dirty="0" smtClean="0">
                <a:solidFill>
                  <a:srgbClr val="D9D9D9"/>
                </a:solidFill>
                <a:latin typeface="DFKai-SB" panose="03000509000000000000"/>
                <a:ea typeface="DFKai-SB" panose="03000509000000000000"/>
              </a:defRPr>
            </a:lvl1pPr>
            <a:lvl2pPr>
              <a:defRPr lang="en-US" altLang="zh-TW" sz="50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2pPr>
            <a:lvl3pPr>
              <a:defRPr lang="en-US" altLang="zh-TW" sz="50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3pPr>
            <a:lvl4pPr>
              <a:defRPr lang="en-US" altLang="zh-TW" sz="50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4pPr>
            <a:lvl5pPr>
              <a:defRPr lang="zh-TW" altLang="en-US" sz="5090" b="1" kern="1200" dirty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5pPr>
          </a:lstStyle>
          <a:p>
            <a:pPr lvl="0"/>
            <a:r>
              <a:rPr lang="zh-CN" altLang="en-US" dirty="0"/>
              <a:t>年月日</a:t>
            </a:r>
            <a:endParaRPr lang="zh-TW" altLang="en-US" dirty="0"/>
          </a:p>
        </p:txBody>
      </p:sp>
      <p:sp>
        <p:nvSpPr>
          <p:cNvPr id="11" name="Vertical Text Placeholder 10"/>
          <p:cNvSpPr>
            <a:spLocks noGrp="1"/>
          </p:cNvSpPr>
          <p:nvPr>
            <p:ph type="body" orient="vert" sz="quarter" idx="12" hasCustomPrompt="1"/>
          </p:nvPr>
        </p:nvSpPr>
        <p:spPr>
          <a:xfrm>
            <a:off x="1996376" y="1096850"/>
            <a:ext cx="958920" cy="6477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85905" tIns="42951" rIns="85905" bIns="42951" anchor="ctr"/>
          <a:lstStyle>
            <a:lvl1pPr marL="0" indent="0" algn="r">
              <a:buNone/>
              <a:defRPr kumimoji="1" lang="en-US" altLang="zh-TW" sz="5398" b="0" kern="1200" smtClean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</a:defRPr>
            </a:lvl1pPr>
            <a:lvl2pPr>
              <a:defRPr lang="en-US" altLang="zh-TW" sz="50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2pPr>
            <a:lvl3pPr>
              <a:defRPr lang="en-US" altLang="zh-TW" sz="50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3pPr>
            <a:lvl4pPr>
              <a:defRPr lang="en-US" altLang="zh-TW" sz="50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4pPr>
            <a:lvl5pPr>
              <a:defRPr lang="zh-TW" altLang="en-US" sz="5090" b="1" kern="1200" dirty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5pPr>
          </a:lstStyle>
          <a:p>
            <a:pPr lvl="0"/>
            <a:r>
              <a:rPr lang="zh-CN" altLang="en-US" dirty="0"/>
              <a:t>共幾項議題</a:t>
            </a:r>
            <a:endParaRPr lang="zh-TW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F9DD6EF-5A6F-4186-A0CB-19F5D0A656B6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34200" y="2093590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49311" eaLnBrk="1" fontAlgn="auto" hangingPunct="1"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 sz="4000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 marL="0" marR="0" lvl="0" indent="0" algn="ctr" defTabSz="1049311" rtl="0" eaLnBrk="1" fontAlgn="auto" latinLnBrk="0" hangingPunct="1">
              <a:lnSpc>
                <a:spcPct val="100000"/>
              </a:lnSpc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/>
            </a:pPr>
            <a:fld id="{DB768F20-8AEE-4E71-ADDF-85F4488E91BF}" type="slidenum">
              <a:rPr kumimoji="1" lang="en-GB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uLnTx/>
                <a:uFillTx/>
                <a:latin typeface=""/>
                <a:cs typeface="Arial" panose="020B0604020202020204" pitchFamily="34" charset="0"/>
              </a:rPr>
              <a:pPr marL="0" marR="0" lvl="0" indent="0" algn="ctr" defTabSz="1049311" rtl="0" eaLnBrk="1" fontAlgn="auto" latinLnBrk="0" hangingPunct="1">
                <a:lnSpc>
                  <a:spcPct val="100000"/>
                </a:lnSpc>
                <a:spcBef>
                  <a:spcPts val="1562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文鼎中圓" pitchFamily="49" charset="-120"/>
                <a:buNone/>
                <a:tabLst>
                  <a:tab pos="0" algn="l"/>
                  <a:tab pos="447496" algn="l"/>
                  <a:tab pos="896579" algn="l"/>
                  <a:tab pos="1345662" algn="l"/>
                  <a:tab pos="1794745" algn="l"/>
                  <a:tab pos="2243827" algn="l"/>
                  <a:tab pos="2692910" algn="l"/>
                  <a:tab pos="3141993" algn="l"/>
                  <a:tab pos="3591076" algn="l"/>
                  <a:tab pos="4040158" algn="l"/>
                  <a:tab pos="4489242" algn="l"/>
                  <a:tab pos="4938324" algn="l"/>
                  <a:tab pos="5387407" algn="l"/>
                  <a:tab pos="5836489" algn="l"/>
                  <a:tab pos="6285573" algn="l"/>
                  <a:tab pos="6734655" algn="l"/>
                  <a:tab pos="7183738" algn="l"/>
                  <a:tab pos="7632821" algn="l"/>
                  <a:tab pos="8081904" algn="l"/>
                  <a:tab pos="8530986" algn="l"/>
                  <a:tab pos="8980070" algn="l"/>
                </a:tabLst>
                <a:defRPr/>
              </a:pPr>
              <a:t>‹#›</a:t>
            </a:fld>
            <a:endParaRPr kumimoji="1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glow rad="101600">
                  <a:srgbClr val="000000"/>
                </a:glow>
              </a:effectLst>
              <a:uLnTx/>
              <a:uFillTx/>
              <a:latin typeface="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4036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+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Vertical Content Placeholder 10"/>
          <p:cNvSpPr>
            <a:spLocks noGrp="1"/>
          </p:cNvSpPr>
          <p:nvPr>
            <p:ph orient="vert" sz="quarter" idx="13" hasCustomPrompt="1"/>
          </p:nvPr>
        </p:nvSpPr>
        <p:spPr>
          <a:xfrm>
            <a:off x="10569302" y="261272"/>
            <a:ext cx="1569019" cy="7677339"/>
          </a:xfrm>
          <a:prstGeom prst="rect">
            <a:avLst/>
          </a:prstGeom>
        </p:spPr>
        <p:txBody>
          <a:bodyPr vert="eaVert" wrap="square">
            <a:spAutoFit/>
          </a:bodyPr>
          <a:lstStyle>
            <a:lvl1pPr marL="428229" indent="-428229" algn="l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lang="en-SG" sz="5997" b="0" i="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50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50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50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50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20450" y="261273"/>
            <a:ext cx="1201241" cy="7677339"/>
          </a:xfrm>
          <a:prstGeom prst="rect">
            <a:avLst/>
          </a:prstGeom>
        </p:spPr>
        <p:txBody>
          <a:bodyPr vert="eaVert"/>
          <a:lstStyle>
            <a:lvl1pPr>
              <a:lnSpc>
                <a:spcPct val="100000"/>
              </a:lnSpc>
              <a:defRPr kumimoji="1" lang="en-US" altLang="en-US" sz="6596" b="0" i="0" kern="120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29F833F-3377-40A5-89B5-C9A162C61863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6811" y="2237606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49311" eaLnBrk="1" fontAlgn="auto" hangingPunct="1"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 sz="4000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 marL="0" marR="0" lvl="0" indent="0" algn="ctr" defTabSz="1049311" rtl="0" eaLnBrk="1" fontAlgn="auto" latinLnBrk="0" hangingPunct="1">
              <a:lnSpc>
                <a:spcPct val="100000"/>
              </a:lnSpc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/>
            </a:pPr>
            <a:fld id="{DB768F20-8AEE-4E71-ADDF-85F4488E91BF}" type="slidenum">
              <a:rPr kumimoji="1" lang="en-GB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uLnTx/>
                <a:uFillTx/>
                <a:latin typeface=""/>
                <a:cs typeface="Arial" panose="020B0604020202020204" pitchFamily="34" charset="0"/>
              </a:rPr>
              <a:pPr marL="0" marR="0" lvl="0" indent="0" algn="ctr" defTabSz="1049311" rtl="0" eaLnBrk="1" fontAlgn="auto" latinLnBrk="0" hangingPunct="1">
                <a:lnSpc>
                  <a:spcPct val="100000"/>
                </a:lnSpc>
                <a:spcBef>
                  <a:spcPts val="1562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文鼎中圓" pitchFamily="49" charset="-120"/>
                <a:buNone/>
                <a:tabLst>
                  <a:tab pos="0" algn="l"/>
                  <a:tab pos="447496" algn="l"/>
                  <a:tab pos="896579" algn="l"/>
                  <a:tab pos="1345662" algn="l"/>
                  <a:tab pos="1794745" algn="l"/>
                  <a:tab pos="2243827" algn="l"/>
                  <a:tab pos="2692910" algn="l"/>
                  <a:tab pos="3141993" algn="l"/>
                  <a:tab pos="3591076" algn="l"/>
                  <a:tab pos="4040158" algn="l"/>
                  <a:tab pos="4489242" algn="l"/>
                  <a:tab pos="4938324" algn="l"/>
                  <a:tab pos="5387407" algn="l"/>
                  <a:tab pos="5836489" algn="l"/>
                  <a:tab pos="6285573" algn="l"/>
                  <a:tab pos="6734655" algn="l"/>
                  <a:tab pos="7183738" algn="l"/>
                  <a:tab pos="7632821" algn="l"/>
                  <a:tab pos="8081904" algn="l"/>
                  <a:tab pos="8530986" algn="l"/>
                  <a:tab pos="8980070" algn="l"/>
                </a:tabLst>
                <a:defRPr/>
              </a:pPr>
              <a:t>‹#›</a:t>
            </a:fld>
            <a:endParaRPr kumimoji="1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glow rad="101600">
                  <a:srgbClr val="000000"/>
                </a:glow>
              </a:effectLst>
              <a:uLnTx/>
              <a:uFillTx/>
              <a:latin typeface="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9029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2220448" y="261273"/>
            <a:ext cx="1201241" cy="7651949"/>
          </a:xfrm>
          <a:prstGeom prst="rect">
            <a:avLst/>
          </a:prstGeom>
        </p:spPr>
        <p:txBody>
          <a:bodyPr vert="eaVert"/>
          <a:lstStyle>
            <a:lvl1pPr>
              <a:lnSpc>
                <a:spcPct val="100000"/>
              </a:lnSpc>
              <a:defRPr kumimoji="1" lang="en-US" altLang="en-US" sz="6596" b="0" i="0" kern="120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6F9ED39-03B4-4603-A5A6-E6F6AE0FBBC7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0" y="2237606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49311" eaLnBrk="1" fontAlgn="auto" hangingPunct="1"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 sz="4000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 marL="0" marR="0" lvl="0" indent="0" algn="ctr" defTabSz="1049311" rtl="0" eaLnBrk="1" fontAlgn="auto" latinLnBrk="0" hangingPunct="1">
              <a:lnSpc>
                <a:spcPct val="100000"/>
              </a:lnSpc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/>
            </a:pPr>
            <a:fld id="{DB768F20-8AEE-4E71-ADDF-85F4488E91BF}" type="slidenum">
              <a:rPr kumimoji="1" lang="en-GB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uLnTx/>
                <a:uFillTx/>
                <a:latin typeface=""/>
                <a:cs typeface="Arial" panose="020B0604020202020204" pitchFamily="34" charset="0"/>
              </a:rPr>
              <a:pPr marL="0" marR="0" lvl="0" indent="0" algn="ctr" defTabSz="1049311" rtl="0" eaLnBrk="1" fontAlgn="auto" latinLnBrk="0" hangingPunct="1">
                <a:lnSpc>
                  <a:spcPct val="100000"/>
                </a:lnSpc>
                <a:spcBef>
                  <a:spcPts val="1562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文鼎中圓" pitchFamily="49" charset="-120"/>
                <a:buNone/>
                <a:tabLst>
                  <a:tab pos="0" algn="l"/>
                  <a:tab pos="447496" algn="l"/>
                  <a:tab pos="896579" algn="l"/>
                  <a:tab pos="1345662" algn="l"/>
                  <a:tab pos="1794745" algn="l"/>
                  <a:tab pos="2243827" algn="l"/>
                  <a:tab pos="2692910" algn="l"/>
                  <a:tab pos="3141993" algn="l"/>
                  <a:tab pos="3591076" algn="l"/>
                  <a:tab pos="4040158" algn="l"/>
                  <a:tab pos="4489242" algn="l"/>
                  <a:tab pos="4938324" algn="l"/>
                  <a:tab pos="5387407" algn="l"/>
                  <a:tab pos="5836489" algn="l"/>
                  <a:tab pos="6285573" algn="l"/>
                  <a:tab pos="6734655" algn="l"/>
                  <a:tab pos="7183738" algn="l"/>
                  <a:tab pos="7632821" algn="l"/>
                  <a:tab pos="8081904" algn="l"/>
                  <a:tab pos="8530986" algn="l"/>
                  <a:tab pos="8980070" algn="l"/>
                </a:tabLst>
                <a:defRPr/>
              </a:pPr>
              <a:t>‹#›</a:t>
            </a:fld>
            <a:endParaRPr kumimoji="1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glow rad="101600">
                  <a:srgbClr val="000000"/>
                </a:glow>
              </a:effectLst>
              <a:uLnTx/>
              <a:uFillTx/>
              <a:latin typeface="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8823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rtical Content Placeholder 10"/>
          <p:cNvSpPr>
            <a:spLocks noGrp="1"/>
          </p:cNvSpPr>
          <p:nvPr>
            <p:ph orient="vert" sz="quarter" idx="13" hasCustomPrompt="1"/>
          </p:nvPr>
        </p:nvSpPr>
        <p:spPr>
          <a:xfrm>
            <a:off x="12072819" y="203623"/>
            <a:ext cx="1569019" cy="7413910"/>
          </a:xfrm>
          <a:prstGeom prst="rect">
            <a:avLst/>
          </a:prstGeom>
        </p:spPr>
        <p:txBody>
          <a:bodyPr vert="eaVert" wrap="square">
            <a:spAutoFit/>
          </a:bodyPr>
          <a:lstStyle>
            <a:lvl1pPr marL="305759" indent="-305759" algn="l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lang="en-SG" sz="5997" b="0" i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50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50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50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50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80E3B11-A7FE-43E4-B475-D5730C9602F2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0" y="2237606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49311" eaLnBrk="1" fontAlgn="auto" hangingPunct="1"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 sz="4000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 marL="0" marR="0" lvl="0" indent="0" algn="ctr" defTabSz="1049311" rtl="0" eaLnBrk="1" fontAlgn="auto" latinLnBrk="0" hangingPunct="1">
              <a:lnSpc>
                <a:spcPct val="100000"/>
              </a:lnSpc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/>
            </a:pPr>
            <a:fld id="{DB768F20-8AEE-4E71-ADDF-85F4488E91BF}" type="slidenum">
              <a:rPr kumimoji="1" lang="en-GB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uLnTx/>
                <a:uFillTx/>
                <a:latin typeface=""/>
                <a:cs typeface="Arial" panose="020B0604020202020204" pitchFamily="34" charset="0"/>
              </a:rPr>
              <a:pPr marL="0" marR="0" lvl="0" indent="0" algn="ctr" defTabSz="1049311" rtl="0" eaLnBrk="1" fontAlgn="auto" latinLnBrk="0" hangingPunct="1">
                <a:lnSpc>
                  <a:spcPct val="100000"/>
                </a:lnSpc>
                <a:spcBef>
                  <a:spcPts val="1562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文鼎中圓" pitchFamily="49" charset="-120"/>
                <a:buNone/>
                <a:tabLst>
                  <a:tab pos="0" algn="l"/>
                  <a:tab pos="447496" algn="l"/>
                  <a:tab pos="896579" algn="l"/>
                  <a:tab pos="1345662" algn="l"/>
                  <a:tab pos="1794745" algn="l"/>
                  <a:tab pos="2243827" algn="l"/>
                  <a:tab pos="2692910" algn="l"/>
                  <a:tab pos="3141993" algn="l"/>
                  <a:tab pos="3591076" algn="l"/>
                  <a:tab pos="4040158" algn="l"/>
                  <a:tab pos="4489242" algn="l"/>
                  <a:tab pos="4938324" algn="l"/>
                  <a:tab pos="5387407" algn="l"/>
                  <a:tab pos="5836489" algn="l"/>
                  <a:tab pos="6285573" algn="l"/>
                  <a:tab pos="6734655" algn="l"/>
                  <a:tab pos="7183738" algn="l"/>
                  <a:tab pos="7632821" algn="l"/>
                  <a:tab pos="8081904" algn="l"/>
                  <a:tab pos="8530986" algn="l"/>
                  <a:tab pos="8980070" algn="l"/>
                </a:tabLst>
                <a:defRPr/>
              </a:pPr>
              <a:t>‹#›</a:t>
            </a:fld>
            <a:endParaRPr kumimoji="1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glow rad="101600">
                  <a:srgbClr val="000000"/>
                </a:glow>
              </a:effectLst>
              <a:uLnTx/>
              <a:uFillTx/>
              <a:latin typeface="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2286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4F2DAC-12B1-4727-8221-0EDC1B634B96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17749" y="2237606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49311" eaLnBrk="1" fontAlgn="auto" hangingPunct="1"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 sz="4000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 marL="0" marR="0" lvl="0" indent="0" algn="ctr" defTabSz="1049311" rtl="0" eaLnBrk="1" fontAlgn="auto" latinLnBrk="0" hangingPunct="1">
              <a:lnSpc>
                <a:spcPct val="100000"/>
              </a:lnSpc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/>
            </a:pPr>
            <a:fld id="{DB768F20-8AEE-4E71-ADDF-85F4488E91BF}" type="slidenum">
              <a:rPr kumimoji="1" lang="en-GB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uLnTx/>
                <a:uFillTx/>
                <a:latin typeface=""/>
                <a:cs typeface="Arial" panose="020B0604020202020204" pitchFamily="34" charset="0"/>
              </a:rPr>
              <a:pPr marL="0" marR="0" lvl="0" indent="0" algn="ctr" defTabSz="1049311" rtl="0" eaLnBrk="1" fontAlgn="auto" latinLnBrk="0" hangingPunct="1">
                <a:lnSpc>
                  <a:spcPct val="100000"/>
                </a:lnSpc>
                <a:spcBef>
                  <a:spcPts val="1562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文鼎中圓" pitchFamily="49" charset="-120"/>
                <a:buNone/>
                <a:tabLst>
                  <a:tab pos="0" algn="l"/>
                  <a:tab pos="447496" algn="l"/>
                  <a:tab pos="896579" algn="l"/>
                  <a:tab pos="1345662" algn="l"/>
                  <a:tab pos="1794745" algn="l"/>
                  <a:tab pos="2243827" algn="l"/>
                  <a:tab pos="2692910" algn="l"/>
                  <a:tab pos="3141993" algn="l"/>
                  <a:tab pos="3591076" algn="l"/>
                  <a:tab pos="4040158" algn="l"/>
                  <a:tab pos="4489242" algn="l"/>
                  <a:tab pos="4938324" algn="l"/>
                  <a:tab pos="5387407" algn="l"/>
                  <a:tab pos="5836489" algn="l"/>
                  <a:tab pos="6285573" algn="l"/>
                  <a:tab pos="6734655" algn="l"/>
                  <a:tab pos="7183738" algn="l"/>
                  <a:tab pos="7632821" algn="l"/>
                  <a:tab pos="8081904" algn="l"/>
                  <a:tab pos="8530986" algn="l"/>
                  <a:tab pos="8980070" algn="l"/>
                </a:tabLst>
                <a:defRPr/>
              </a:pPr>
              <a:t>‹#›</a:t>
            </a:fld>
            <a:endParaRPr kumimoji="1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glow rad="101600">
                  <a:srgbClr val="000000"/>
                </a:glow>
              </a:effectLst>
              <a:uLnTx/>
              <a:uFillTx/>
              <a:latin typeface="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44516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首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946643" y="2698334"/>
            <a:ext cx="7787246" cy="1434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85905" tIns="42951" rIns="85905" bIns="42951" anchor="ctr"/>
          <a:lstStyle>
            <a:lvl1pPr algn="ctr">
              <a:lnSpc>
                <a:spcPct val="100000"/>
              </a:lnSpc>
              <a:defRPr kumimoji="1" lang="zh-TW" altLang="en-US" sz="7196" b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pPr lvl="0"/>
            <a:r>
              <a:rPr lang="zh-CN" altLang="en-US" dirty="0"/>
              <a:t>標題</a:t>
            </a:r>
            <a:endParaRPr lang="zh-TW" altLang="en-US" dirty="0"/>
          </a:p>
        </p:txBody>
      </p:sp>
      <p:sp>
        <p:nvSpPr>
          <p:cNvPr id="10" name="Vertical Text Placeholder 8"/>
          <p:cNvSpPr>
            <a:spLocks noGrp="1"/>
          </p:cNvSpPr>
          <p:nvPr>
            <p:ph type="body" orient="vert" sz="quarter" idx="11" hasCustomPrompt="1"/>
          </p:nvPr>
        </p:nvSpPr>
        <p:spPr>
          <a:xfrm>
            <a:off x="2417249" y="5341097"/>
            <a:ext cx="8846032" cy="13325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905" tIns="42951" rIns="85905" bIns="42951" anchor="ctr">
            <a:spAutoFit/>
          </a:bodyPr>
          <a:lstStyle>
            <a:lvl1pPr marL="0" indent="0" algn="ctr">
              <a:buFont typeface="Arial" charset="0"/>
              <a:buNone/>
              <a:defRPr kumimoji="1" lang="en-US" altLang="zh-TW" sz="5400" b="0" kern="1200" dirty="0" smtClean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</a:defRPr>
            </a:lvl1pPr>
            <a:lvl2pPr>
              <a:defRPr lang="en-US" altLang="zh-TW" sz="50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2pPr>
            <a:lvl3pPr>
              <a:defRPr lang="en-US" altLang="zh-TW" sz="50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3pPr>
            <a:lvl4pPr>
              <a:defRPr lang="en-US" altLang="zh-TW" sz="50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4pPr>
            <a:lvl5pPr>
              <a:defRPr lang="zh-TW" altLang="en-US" sz="5090" b="1" kern="1200" dirty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5pPr>
          </a:lstStyle>
          <a:p>
            <a:pPr lvl="0"/>
            <a:r>
              <a:rPr lang="zh-CN" altLang="en-US" dirty="0"/>
              <a:t>副標</a:t>
            </a:r>
            <a:endParaRPr lang="zh-TW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11BA71-52DF-498D-BD5D-B01A09515226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24214" y="2237606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49311" eaLnBrk="1" fontAlgn="auto" hangingPunct="1"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 sz="4000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 marL="0" marR="0" lvl="0" indent="0" algn="ctr" defTabSz="1049311" rtl="0" eaLnBrk="1" fontAlgn="auto" latinLnBrk="0" hangingPunct="1">
              <a:lnSpc>
                <a:spcPct val="100000"/>
              </a:lnSpc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/>
            </a:pPr>
            <a:fld id="{DB768F20-8AEE-4E71-ADDF-85F4488E91BF}" type="slidenum">
              <a:rPr kumimoji="1" lang="en-GB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uLnTx/>
                <a:uFillTx/>
                <a:latin typeface=""/>
                <a:cs typeface="Arial" panose="020B0604020202020204" pitchFamily="34" charset="0"/>
              </a:rPr>
              <a:pPr marL="0" marR="0" lvl="0" indent="0" algn="ctr" defTabSz="1049311" rtl="0" eaLnBrk="1" fontAlgn="auto" latinLnBrk="0" hangingPunct="1">
                <a:lnSpc>
                  <a:spcPct val="100000"/>
                </a:lnSpc>
                <a:spcBef>
                  <a:spcPts val="1562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文鼎中圓" pitchFamily="49" charset="-120"/>
                <a:buNone/>
                <a:tabLst>
                  <a:tab pos="0" algn="l"/>
                  <a:tab pos="447496" algn="l"/>
                  <a:tab pos="896579" algn="l"/>
                  <a:tab pos="1345662" algn="l"/>
                  <a:tab pos="1794745" algn="l"/>
                  <a:tab pos="2243827" algn="l"/>
                  <a:tab pos="2692910" algn="l"/>
                  <a:tab pos="3141993" algn="l"/>
                  <a:tab pos="3591076" algn="l"/>
                  <a:tab pos="4040158" algn="l"/>
                  <a:tab pos="4489242" algn="l"/>
                  <a:tab pos="4938324" algn="l"/>
                  <a:tab pos="5387407" algn="l"/>
                  <a:tab pos="5836489" algn="l"/>
                  <a:tab pos="6285573" algn="l"/>
                  <a:tab pos="6734655" algn="l"/>
                  <a:tab pos="7183738" algn="l"/>
                  <a:tab pos="7632821" algn="l"/>
                  <a:tab pos="8081904" algn="l"/>
                  <a:tab pos="8530986" algn="l"/>
                  <a:tab pos="8980070" algn="l"/>
                </a:tabLst>
                <a:defRPr/>
              </a:pPr>
              <a:t>‹#›</a:t>
            </a:fld>
            <a:endParaRPr kumimoji="1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glow rad="101600">
                  <a:srgbClr val="000000"/>
                </a:glow>
              </a:effectLst>
              <a:uLnTx/>
              <a:uFillTx/>
              <a:latin typeface="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35903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標題+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68302" y="0"/>
            <a:ext cx="12027482" cy="1203294"/>
          </a:xfrm>
          <a:prstGeom prst="rect">
            <a:avLst/>
          </a:prstGeom>
        </p:spPr>
        <p:txBody>
          <a:bodyPr vert="horz"/>
          <a:lstStyle>
            <a:lvl1pPr>
              <a:lnSpc>
                <a:spcPct val="100000"/>
              </a:lnSpc>
              <a:defRPr kumimoji="1" lang="en-US" altLang="en-US" sz="6596" b="0" i="0" kern="120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>
          <a:xfrm>
            <a:off x="992238" y="1276763"/>
            <a:ext cx="12169352" cy="6768752"/>
          </a:xfr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 sz="54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>
              <a:defRPr sz="54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>
              <a:defRPr sz="54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>
              <a:defRPr sz="540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74A4AC9-1A8D-4CCA-882C-C5E43E38C70F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4" y="2237606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49311" eaLnBrk="1" fontAlgn="auto" hangingPunct="1"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 sz="4000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 marL="0" marR="0" lvl="0" indent="0" algn="ctr" defTabSz="1049311" rtl="0" eaLnBrk="1" fontAlgn="auto" latinLnBrk="0" hangingPunct="1">
              <a:lnSpc>
                <a:spcPct val="100000"/>
              </a:lnSpc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/>
            </a:pPr>
            <a:fld id="{DB768F20-8AEE-4E71-ADDF-85F4488E91BF}" type="slidenum">
              <a:rPr kumimoji="1" lang="en-GB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uLnTx/>
                <a:uFillTx/>
                <a:latin typeface=""/>
                <a:cs typeface="Arial" panose="020B0604020202020204" pitchFamily="34" charset="0"/>
              </a:rPr>
              <a:pPr marL="0" marR="0" lvl="0" indent="0" algn="ctr" defTabSz="1049311" rtl="0" eaLnBrk="1" fontAlgn="auto" latinLnBrk="0" hangingPunct="1">
                <a:lnSpc>
                  <a:spcPct val="100000"/>
                </a:lnSpc>
                <a:spcBef>
                  <a:spcPts val="1562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文鼎中圓" pitchFamily="49" charset="-120"/>
                <a:buNone/>
                <a:tabLst>
                  <a:tab pos="0" algn="l"/>
                  <a:tab pos="447496" algn="l"/>
                  <a:tab pos="896579" algn="l"/>
                  <a:tab pos="1345662" algn="l"/>
                  <a:tab pos="1794745" algn="l"/>
                  <a:tab pos="2243827" algn="l"/>
                  <a:tab pos="2692910" algn="l"/>
                  <a:tab pos="3141993" algn="l"/>
                  <a:tab pos="3591076" algn="l"/>
                  <a:tab pos="4040158" algn="l"/>
                  <a:tab pos="4489242" algn="l"/>
                  <a:tab pos="4938324" algn="l"/>
                  <a:tab pos="5387407" algn="l"/>
                  <a:tab pos="5836489" algn="l"/>
                  <a:tab pos="6285573" algn="l"/>
                  <a:tab pos="6734655" algn="l"/>
                  <a:tab pos="7183738" algn="l"/>
                  <a:tab pos="7632821" algn="l"/>
                  <a:tab pos="8081904" algn="l"/>
                  <a:tab pos="8530986" algn="l"/>
                  <a:tab pos="8980070" algn="l"/>
                </a:tabLst>
                <a:defRPr/>
              </a:pPr>
              <a:t>‹#›</a:t>
            </a:fld>
            <a:endParaRPr kumimoji="1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glow rad="101600">
                  <a:srgbClr val="000000"/>
                </a:glow>
              </a:effectLst>
              <a:uLnTx/>
              <a:uFillTx/>
              <a:latin typeface="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1903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D34057-1750-4703-AA8B-95B34610EC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1186" y="231403"/>
            <a:ext cx="12027482" cy="1203294"/>
          </a:xfrm>
          <a:prstGeom prst="rect">
            <a:avLst/>
          </a:prstGeom>
        </p:spPr>
        <p:txBody>
          <a:bodyPr vert="horz"/>
          <a:lstStyle>
            <a:lvl1pPr>
              <a:lnSpc>
                <a:spcPct val="100000"/>
              </a:lnSpc>
              <a:defRPr kumimoji="1" lang="en-US" altLang="en-US" sz="6596" b="0" i="0" kern="1200" dirty="0">
                <a:solidFill>
                  <a:schemeClr val="tx1"/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6EFC36D-B40F-4BC1-AF4C-5ABE4080A574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8716" y="2237606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49311" eaLnBrk="1" fontAlgn="auto" hangingPunct="1"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 sz="4000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 marL="0" marR="0" lvl="0" indent="0" algn="ctr" defTabSz="1049311" rtl="0" eaLnBrk="1" fontAlgn="auto" latinLnBrk="0" hangingPunct="1">
              <a:lnSpc>
                <a:spcPct val="100000"/>
              </a:lnSpc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/>
            </a:pPr>
            <a:fld id="{DB768F20-8AEE-4E71-ADDF-85F4488E91BF}" type="slidenum">
              <a:rPr kumimoji="1" lang="en-GB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uLnTx/>
                <a:uFillTx/>
                <a:latin typeface=""/>
                <a:cs typeface="Arial" panose="020B0604020202020204" pitchFamily="34" charset="0"/>
              </a:rPr>
              <a:pPr marL="0" marR="0" lvl="0" indent="0" algn="ctr" defTabSz="1049311" rtl="0" eaLnBrk="1" fontAlgn="auto" latinLnBrk="0" hangingPunct="1">
                <a:lnSpc>
                  <a:spcPct val="100000"/>
                </a:lnSpc>
                <a:spcBef>
                  <a:spcPts val="1562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文鼎中圓" pitchFamily="49" charset="-120"/>
                <a:buNone/>
                <a:tabLst>
                  <a:tab pos="0" algn="l"/>
                  <a:tab pos="447496" algn="l"/>
                  <a:tab pos="896579" algn="l"/>
                  <a:tab pos="1345662" algn="l"/>
                  <a:tab pos="1794745" algn="l"/>
                  <a:tab pos="2243827" algn="l"/>
                  <a:tab pos="2692910" algn="l"/>
                  <a:tab pos="3141993" algn="l"/>
                  <a:tab pos="3591076" algn="l"/>
                  <a:tab pos="4040158" algn="l"/>
                  <a:tab pos="4489242" algn="l"/>
                  <a:tab pos="4938324" algn="l"/>
                  <a:tab pos="5387407" algn="l"/>
                  <a:tab pos="5836489" algn="l"/>
                  <a:tab pos="6285573" algn="l"/>
                  <a:tab pos="6734655" algn="l"/>
                  <a:tab pos="7183738" algn="l"/>
                  <a:tab pos="7632821" algn="l"/>
                  <a:tab pos="8081904" algn="l"/>
                  <a:tab pos="8530986" algn="l"/>
                  <a:tab pos="8980070" algn="l"/>
                </a:tabLst>
                <a:defRPr/>
              </a:pPr>
              <a:t>‹#›</a:t>
            </a:fld>
            <a:endParaRPr kumimoji="1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glow rad="101600">
                  <a:srgbClr val="000000"/>
                </a:glow>
              </a:effectLst>
              <a:uLnTx/>
              <a:uFillTx/>
              <a:latin typeface="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3508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Content Placeholder 10">
            <a:extLst>
              <a:ext uri="{FF2B5EF4-FFF2-40B4-BE49-F238E27FC236}">
                <a16:creationId xmlns:a16="http://schemas.microsoft.com/office/drawing/2014/main" id="{1B012383-07DE-487F-B7A6-EF4A43D09494}"/>
              </a:ext>
            </a:extLst>
          </p:cNvPr>
          <p:cNvSpPr>
            <a:spLocks noGrp="1"/>
          </p:cNvSpPr>
          <p:nvPr>
            <p:ph orient="vert" sz="quarter" idx="13" hasCustomPrompt="1"/>
          </p:nvPr>
        </p:nvSpPr>
        <p:spPr>
          <a:xfrm>
            <a:off x="1223023" y="1334559"/>
            <a:ext cx="12355644" cy="1006429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428229" indent="-428229" algn="l">
              <a:lnSpc>
                <a:spcPct val="110000"/>
              </a:lnSpc>
              <a:spcBef>
                <a:spcPts val="0"/>
              </a:spcBef>
              <a:buClr>
                <a:schemeClr val="tx1">
                  <a:lumMod val="95000"/>
                </a:schemeClr>
              </a:buClr>
              <a:buSzPct val="120000"/>
              <a:buFont typeface="Arial" panose="020B0604020202020204" pitchFamily="34" charset="0"/>
              <a:buChar char="•"/>
              <a:defRPr lang="en-SG" sz="5400" b="0" i="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50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50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50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50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2E75E7E-C625-48BE-BF28-C938EE51D49A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29698" y="233585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49311" eaLnBrk="1" fontAlgn="auto" hangingPunct="1"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 sz="4000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 marL="0" marR="0" lvl="0" indent="0" algn="ctr" defTabSz="1049311" rtl="0" eaLnBrk="1" fontAlgn="auto" latinLnBrk="0" hangingPunct="1">
              <a:lnSpc>
                <a:spcPct val="100000"/>
              </a:lnSpc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/>
            </a:pPr>
            <a:fld id="{DB768F20-8AEE-4E71-ADDF-85F4488E91BF}" type="slidenum">
              <a:rPr kumimoji="1" lang="en-GB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uLnTx/>
                <a:uFillTx/>
                <a:latin typeface=""/>
                <a:cs typeface="Arial" panose="020B0604020202020204" pitchFamily="34" charset="0"/>
              </a:rPr>
              <a:pPr marL="0" marR="0" lvl="0" indent="0" algn="ctr" defTabSz="1049311" rtl="0" eaLnBrk="1" fontAlgn="auto" latinLnBrk="0" hangingPunct="1">
                <a:lnSpc>
                  <a:spcPct val="100000"/>
                </a:lnSpc>
                <a:spcBef>
                  <a:spcPts val="1562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文鼎中圓" pitchFamily="49" charset="-120"/>
                <a:buNone/>
                <a:tabLst>
                  <a:tab pos="0" algn="l"/>
                  <a:tab pos="447496" algn="l"/>
                  <a:tab pos="896579" algn="l"/>
                  <a:tab pos="1345662" algn="l"/>
                  <a:tab pos="1794745" algn="l"/>
                  <a:tab pos="2243827" algn="l"/>
                  <a:tab pos="2692910" algn="l"/>
                  <a:tab pos="3141993" algn="l"/>
                  <a:tab pos="3591076" algn="l"/>
                  <a:tab pos="4040158" algn="l"/>
                  <a:tab pos="4489242" algn="l"/>
                  <a:tab pos="4938324" algn="l"/>
                  <a:tab pos="5387407" algn="l"/>
                  <a:tab pos="5836489" algn="l"/>
                  <a:tab pos="6285573" algn="l"/>
                  <a:tab pos="6734655" algn="l"/>
                  <a:tab pos="7183738" algn="l"/>
                  <a:tab pos="7632821" algn="l"/>
                  <a:tab pos="8081904" algn="l"/>
                  <a:tab pos="8530986" algn="l"/>
                  <a:tab pos="8980070" algn="l"/>
                </a:tabLst>
                <a:defRPr/>
              </a:pPr>
              <a:t>‹#›</a:t>
            </a:fld>
            <a:endParaRPr kumimoji="1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glow rad="101600">
                  <a:srgbClr val="000000"/>
                </a:glow>
              </a:effectLst>
              <a:uLnTx/>
              <a:uFillTx/>
              <a:latin typeface="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968709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文+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88182" y="1805558"/>
            <a:ext cx="7705025" cy="5133545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插入照片</a:t>
            </a:r>
            <a:endParaRPr lang="zh-TW" altLang="en-US" dirty="0"/>
          </a:p>
        </p:txBody>
      </p:sp>
      <p:sp>
        <p:nvSpPr>
          <p:cNvPr id="6" name="Vertical Content Placeholder 10"/>
          <p:cNvSpPr>
            <a:spLocks noGrp="1"/>
          </p:cNvSpPr>
          <p:nvPr>
            <p:ph orient="vert" sz="quarter" idx="13" hasCustomPrompt="1"/>
          </p:nvPr>
        </p:nvSpPr>
        <p:spPr>
          <a:xfrm>
            <a:off x="12210677" y="203623"/>
            <a:ext cx="1431161" cy="7413910"/>
          </a:xfrm>
          <a:prstGeom prst="rect">
            <a:avLst/>
          </a:prstGeom>
        </p:spPr>
        <p:txBody>
          <a:bodyPr vert="eaVert">
            <a:spAutoFit/>
          </a:bodyPr>
          <a:lstStyle>
            <a:lvl1pPr marL="305759" indent="-305759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lang="en-SG" sz="5400" b="0" i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50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50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50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50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14D9D05-D463-4BB1-AAF8-EBB8F04AD663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5" y="2237606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49311" eaLnBrk="1" fontAlgn="auto" hangingPunct="1"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 sz="4000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 marL="0" marR="0" lvl="0" indent="0" algn="ctr" defTabSz="1049311" rtl="0" eaLnBrk="1" fontAlgn="auto" latinLnBrk="0" hangingPunct="1">
              <a:lnSpc>
                <a:spcPct val="100000"/>
              </a:lnSpc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/>
            </a:pPr>
            <a:fld id="{DB768F20-8AEE-4E71-ADDF-85F4488E91BF}" type="slidenum">
              <a:rPr kumimoji="1" lang="en-GB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uLnTx/>
                <a:uFillTx/>
                <a:latin typeface=""/>
                <a:cs typeface="Arial" panose="020B0604020202020204" pitchFamily="34" charset="0"/>
              </a:rPr>
              <a:pPr marL="0" marR="0" lvl="0" indent="0" algn="ctr" defTabSz="1049311" rtl="0" eaLnBrk="1" fontAlgn="auto" latinLnBrk="0" hangingPunct="1">
                <a:lnSpc>
                  <a:spcPct val="100000"/>
                </a:lnSpc>
                <a:spcBef>
                  <a:spcPts val="1562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文鼎中圓" pitchFamily="49" charset="-120"/>
                <a:buNone/>
                <a:tabLst>
                  <a:tab pos="0" algn="l"/>
                  <a:tab pos="447496" algn="l"/>
                  <a:tab pos="896579" algn="l"/>
                  <a:tab pos="1345662" algn="l"/>
                  <a:tab pos="1794745" algn="l"/>
                  <a:tab pos="2243827" algn="l"/>
                  <a:tab pos="2692910" algn="l"/>
                  <a:tab pos="3141993" algn="l"/>
                  <a:tab pos="3591076" algn="l"/>
                  <a:tab pos="4040158" algn="l"/>
                  <a:tab pos="4489242" algn="l"/>
                  <a:tab pos="4938324" algn="l"/>
                  <a:tab pos="5387407" algn="l"/>
                  <a:tab pos="5836489" algn="l"/>
                  <a:tab pos="6285573" algn="l"/>
                  <a:tab pos="6734655" algn="l"/>
                  <a:tab pos="7183738" algn="l"/>
                  <a:tab pos="7632821" algn="l"/>
                  <a:tab pos="8081904" algn="l"/>
                  <a:tab pos="8530986" algn="l"/>
                  <a:tab pos="8980070" algn="l"/>
                </a:tabLst>
                <a:defRPr/>
              </a:pPr>
              <a:t>‹#›</a:t>
            </a:fld>
            <a:endParaRPr kumimoji="1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glow rad="101600">
                  <a:srgbClr val="000000"/>
                </a:glow>
              </a:effectLst>
              <a:uLnTx/>
              <a:uFillTx/>
              <a:latin typeface="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35489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13" descr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34285" y="6855552"/>
            <a:ext cx="3071079" cy="123119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內文層級一…"/>
          <p:cNvSpPr txBox="1">
            <a:spLocks noGrp="1"/>
          </p:cNvSpPr>
          <p:nvPr>
            <p:ph type="body" sz="half" idx="1"/>
          </p:nvPr>
        </p:nvSpPr>
        <p:spPr>
          <a:xfrm>
            <a:off x="689771" y="1886906"/>
            <a:ext cx="6092959" cy="53368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673"/>
              </a:spcBef>
              <a:defRPr sz="3078"/>
            </a:lvl1pPr>
            <a:lvl2pPr marL="1030563" indent="-429402">
              <a:spcBef>
                <a:spcPts val="673"/>
              </a:spcBef>
              <a:defRPr sz="3078"/>
            </a:lvl2pPr>
            <a:lvl3pPr marL="1620525" indent="-418200">
              <a:spcBef>
                <a:spcPts val="673"/>
              </a:spcBef>
              <a:defRPr sz="3078"/>
            </a:lvl3pPr>
            <a:lvl4pPr marL="2261516" indent="-458029">
              <a:spcBef>
                <a:spcPts val="673"/>
              </a:spcBef>
              <a:defRPr sz="3078"/>
            </a:lvl4pPr>
            <a:lvl5pPr marL="2862680" indent="-458029">
              <a:spcBef>
                <a:spcPts val="673"/>
              </a:spcBef>
              <a:defRPr sz="3078"/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9C7F0CF-7D97-436D-95DE-7EF3A54E126D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4" y="-20629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49311" eaLnBrk="1" fontAlgn="auto" hangingPunct="1"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 sz="4000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 marL="0" marR="0" lvl="0" indent="0" algn="ctr" defTabSz="1049311" rtl="0" eaLnBrk="1" fontAlgn="auto" latinLnBrk="0" hangingPunct="1">
              <a:lnSpc>
                <a:spcPct val="100000"/>
              </a:lnSpc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/>
            </a:pPr>
            <a:fld id="{DB768F20-8AEE-4E71-ADDF-85F4488E91BF}" type="slidenum">
              <a:rPr kumimoji="1" lang="en-GB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uLnTx/>
                <a:uFillTx/>
                <a:latin typeface=""/>
                <a:cs typeface="Arial" panose="020B0604020202020204" pitchFamily="34" charset="0"/>
              </a:rPr>
              <a:pPr marL="0" marR="0" lvl="0" indent="0" algn="ctr" defTabSz="1049311" rtl="0" eaLnBrk="1" fontAlgn="auto" latinLnBrk="0" hangingPunct="1">
                <a:lnSpc>
                  <a:spcPct val="100000"/>
                </a:lnSpc>
                <a:spcBef>
                  <a:spcPts val="1562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文鼎中圓" pitchFamily="49" charset="-120"/>
                <a:buNone/>
                <a:tabLst>
                  <a:tab pos="0" algn="l"/>
                  <a:tab pos="447496" algn="l"/>
                  <a:tab pos="896579" algn="l"/>
                  <a:tab pos="1345662" algn="l"/>
                  <a:tab pos="1794745" algn="l"/>
                  <a:tab pos="2243827" algn="l"/>
                  <a:tab pos="2692910" algn="l"/>
                  <a:tab pos="3141993" algn="l"/>
                  <a:tab pos="3591076" algn="l"/>
                  <a:tab pos="4040158" algn="l"/>
                  <a:tab pos="4489242" algn="l"/>
                  <a:tab pos="4938324" algn="l"/>
                  <a:tab pos="5387407" algn="l"/>
                  <a:tab pos="5836489" algn="l"/>
                  <a:tab pos="6285573" algn="l"/>
                  <a:tab pos="6734655" algn="l"/>
                  <a:tab pos="7183738" algn="l"/>
                  <a:tab pos="7632821" algn="l"/>
                  <a:tab pos="8081904" algn="l"/>
                  <a:tab pos="8530986" algn="l"/>
                  <a:tab pos="8980070" algn="l"/>
                </a:tabLst>
                <a:defRPr/>
              </a:pPr>
              <a:t>‹#›</a:t>
            </a:fld>
            <a:endParaRPr kumimoji="1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glow rad="101600">
                  <a:srgbClr val="000000"/>
                </a:glow>
              </a:effectLst>
              <a:uLnTx/>
              <a:uFillTx/>
              <a:latin typeface="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4004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Picture 13" descr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34951" y="6856324"/>
            <a:ext cx="3072169" cy="1230419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A7715043-211D-441A-93F0-FE7687197F7B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4" y="-20629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49311" eaLnBrk="1" fontAlgn="auto" hangingPunct="1"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 sz="4000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 marL="0" marR="0" lvl="0" indent="0" algn="ctr" defTabSz="1049311" rtl="0" eaLnBrk="1" fontAlgn="auto" latinLnBrk="0" hangingPunct="1">
              <a:lnSpc>
                <a:spcPct val="100000"/>
              </a:lnSpc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/>
            </a:pPr>
            <a:fld id="{DB768F20-8AEE-4E71-ADDF-85F4488E91BF}" type="slidenum">
              <a:rPr kumimoji="1" lang="en-GB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uLnTx/>
                <a:uFillTx/>
                <a:latin typeface=""/>
                <a:cs typeface="Arial" panose="020B0604020202020204" pitchFamily="34" charset="0"/>
              </a:rPr>
              <a:pPr marL="0" marR="0" lvl="0" indent="0" algn="ctr" defTabSz="1049311" rtl="0" eaLnBrk="1" fontAlgn="auto" latinLnBrk="0" hangingPunct="1">
                <a:lnSpc>
                  <a:spcPct val="100000"/>
                </a:lnSpc>
                <a:spcBef>
                  <a:spcPts val="1562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文鼎中圓" pitchFamily="49" charset="-120"/>
                <a:buNone/>
                <a:tabLst>
                  <a:tab pos="0" algn="l"/>
                  <a:tab pos="447496" algn="l"/>
                  <a:tab pos="896579" algn="l"/>
                  <a:tab pos="1345662" algn="l"/>
                  <a:tab pos="1794745" algn="l"/>
                  <a:tab pos="2243827" algn="l"/>
                  <a:tab pos="2692910" algn="l"/>
                  <a:tab pos="3141993" algn="l"/>
                  <a:tab pos="3591076" algn="l"/>
                  <a:tab pos="4040158" algn="l"/>
                  <a:tab pos="4489242" algn="l"/>
                  <a:tab pos="4938324" algn="l"/>
                  <a:tab pos="5387407" algn="l"/>
                  <a:tab pos="5836489" algn="l"/>
                  <a:tab pos="6285573" algn="l"/>
                  <a:tab pos="6734655" algn="l"/>
                  <a:tab pos="7183738" algn="l"/>
                  <a:tab pos="7632821" algn="l"/>
                  <a:tab pos="8081904" algn="l"/>
                  <a:tab pos="8530986" algn="l"/>
                  <a:tab pos="8980070" algn="l"/>
                </a:tabLst>
                <a:defRPr/>
              </a:pPr>
              <a:t>‹#›</a:t>
            </a:fld>
            <a:endParaRPr kumimoji="1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glow rad="101600">
                  <a:srgbClr val="000000"/>
                </a:glow>
              </a:effectLst>
              <a:uLnTx/>
              <a:uFillTx/>
              <a:latin typeface="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260970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9CF23B-7426-4BF5-BD85-8BF86DD2F46F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4" y="-20629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49311" eaLnBrk="1" fontAlgn="auto" hangingPunct="1"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 sz="4000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 marL="0" marR="0" lvl="0" indent="0" algn="ctr" defTabSz="1049311" rtl="0" eaLnBrk="1" fontAlgn="auto" latinLnBrk="0" hangingPunct="1">
              <a:lnSpc>
                <a:spcPct val="100000"/>
              </a:lnSpc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/>
            </a:pPr>
            <a:fld id="{DB768F20-8AEE-4E71-ADDF-85F4488E91BF}" type="slidenum">
              <a:rPr kumimoji="1" lang="en-GB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uLnTx/>
                <a:uFillTx/>
                <a:latin typeface=""/>
                <a:cs typeface="Arial" panose="020B0604020202020204" pitchFamily="34" charset="0"/>
              </a:rPr>
              <a:pPr marL="0" marR="0" lvl="0" indent="0" algn="ctr" defTabSz="1049311" rtl="0" eaLnBrk="1" fontAlgn="auto" latinLnBrk="0" hangingPunct="1">
                <a:lnSpc>
                  <a:spcPct val="100000"/>
                </a:lnSpc>
                <a:spcBef>
                  <a:spcPts val="1562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文鼎中圓" pitchFamily="49" charset="-120"/>
                <a:buNone/>
                <a:tabLst>
                  <a:tab pos="0" algn="l"/>
                  <a:tab pos="447496" algn="l"/>
                  <a:tab pos="896579" algn="l"/>
                  <a:tab pos="1345662" algn="l"/>
                  <a:tab pos="1794745" algn="l"/>
                  <a:tab pos="2243827" algn="l"/>
                  <a:tab pos="2692910" algn="l"/>
                  <a:tab pos="3141993" algn="l"/>
                  <a:tab pos="3591076" algn="l"/>
                  <a:tab pos="4040158" algn="l"/>
                  <a:tab pos="4489242" algn="l"/>
                  <a:tab pos="4938324" algn="l"/>
                  <a:tab pos="5387407" algn="l"/>
                  <a:tab pos="5836489" algn="l"/>
                  <a:tab pos="6285573" algn="l"/>
                  <a:tab pos="6734655" algn="l"/>
                  <a:tab pos="7183738" algn="l"/>
                  <a:tab pos="7632821" algn="l"/>
                  <a:tab pos="8081904" algn="l"/>
                  <a:tab pos="8530986" algn="l"/>
                  <a:tab pos="8980070" algn="l"/>
                </a:tabLst>
                <a:defRPr/>
              </a:pPr>
              <a:t>‹#›</a:t>
            </a:fld>
            <a:endParaRPr kumimoji="1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glow rad="101600">
                  <a:srgbClr val="000000"/>
                </a:glow>
              </a:effectLst>
              <a:uLnTx/>
              <a:uFillTx/>
              <a:latin typeface="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65573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635A99-1BB6-4878-BB67-322BE2DC6870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4" y="-20629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49311" eaLnBrk="1" fontAlgn="auto" hangingPunct="1"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 sz="4000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 marL="0" marR="0" lvl="0" indent="0" algn="ctr" defTabSz="1049311" rtl="0" eaLnBrk="1" fontAlgn="auto" latinLnBrk="0" hangingPunct="1">
              <a:lnSpc>
                <a:spcPct val="100000"/>
              </a:lnSpc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/>
            </a:pPr>
            <a:fld id="{DB768F20-8AEE-4E71-ADDF-85F4488E91BF}" type="slidenum">
              <a:rPr kumimoji="1" lang="en-GB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uLnTx/>
                <a:uFillTx/>
                <a:latin typeface=""/>
                <a:cs typeface="Arial" panose="020B0604020202020204" pitchFamily="34" charset="0"/>
              </a:rPr>
              <a:pPr marL="0" marR="0" lvl="0" indent="0" algn="ctr" defTabSz="1049311" rtl="0" eaLnBrk="1" fontAlgn="auto" latinLnBrk="0" hangingPunct="1">
                <a:lnSpc>
                  <a:spcPct val="100000"/>
                </a:lnSpc>
                <a:spcBef>
                  <a:spcPts val="1562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文鼎中圓" pitchFamily="49" charset="-120"/>
                <a:buNone/>
                <a:tabLst>
                  <a:tab pos="0" algn="l"/>
                  <a:tab pos="447496" algn="l"/>
                  <a:tab pos="896579" algn="l"/>
                  <a:tab pos="1345662" algn="l"/>
                  <a:tab pos="1794745" algn="l"/>
                  <a:tab pos="2243827" algn="l"/>
                  <a:tab pos="2692910" algn="l"/>
                  <a:tab pos="3141993" algn="l"/>
                  <a:tab pos="3591076" algn="l"/>
                  <a:tab pos="4040158" algn="l"/>
                  <a:tab pos="4489242" algn="l"/>
                  <a:tab pos="4938324" algn="l"/>
                  <a:tab pos="5387407" algn="l"/>
                  <a:tab pos="5836489" algn="l"/>
                  <a:tab pos="6285573" algn="l"/>
                  <a:tab pos="6734655" algn="l"/>
                  <a:tab pos="7183738" algn="l"/>
                  <a:tab pos="7632821" algn="l"/>
                  <a:tab pos="8081904" algn="l"/>
                  <a:tab pos="8530986" algn="l"/>
                  <a:tab pos="8980070" algn="l"/>
                </a:tabLst>
                <a:defRPr/>
              </a:pPr>
              <a:t>‹#›</a:t>
            </a:fld>
            <a:endParaRPr kumimoji="1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glow rad="101600">
                  <a:srgbClr val="000000"/>
                </a:glow>
              </a:effectLst>
              <a:uLnTx/>
              <a:uFillTx/>
              <a:latin typeface="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02918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62DD493-3BFF-4098-9067-D4C6AAB98531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4" y="-20629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49311" eaLnBrk="1" fontAlgn="auto" hangingPunct="1"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 sz="4000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 marL="0" marR="0" lvl="0" indent="0" algn="ctr" defTabSz="1049311" rtl="0" eaLnBrk="1" fontAlgn="auto" latinLnBrk="0" hangingPunct="1">
              <a:lnSpc>
                <a:spcPct val="100000"/>
              </a:lnSpc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/>
            </a:pPr>
            <a:fld id="{DB768F20-8AEE-4E71-ADDF-85F4488E91BF}" type="slidenum">
              <a:rPr kumimoji="1" lang="en-GB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uLnTx/>
                <a:uFillTx/>
                <a:latin typeface=""/>
                <a:cs typeface="Arial" panose="020B0604020202020204" pitchFamily="34" charset="0"/>
              </a:rPr>
              <a:pPr marL="0" marR="0" lvl="0" indent="0" algn="ctr" defTabSz="1049311" rtl="0" eaLnBrk="1" fontAlgn="auto" latinLnBrk="0" hangingPunct="1">
                <a:lnSpc>
                  <a:spcPct val="100000"/>
                </a:lnSpc>
                <a:spcBef>
                  <a:spcPts val="1562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文鼎中圓" pitchFamily="49" charset="-120"/>
                <a:buNone/>
                <a:tabLst>
                  <a:tab pos="0" algn="l"/>
                  <a:tab pos="447496" algn="l"/>
                  <a:tab pos="896579" algn="l"/>
                  <a:tab pos="1345662" algn="l"/>
                  <a:tab pos="1794745" algn="l"/>
                  <a:tab pos="2243827" algn="l"/>
                  <a:tab pos="2692910" algn="l"/>
                  <a:tab pos="3141993" algn="l"/>
                  <a:tab pos="3591076" algn="l"/>
                  <a:tab pos="4040158" algn="l"/>
                  <a:tab pos="4489242" algn="l"/>
                  <a:tab pos="4938324" algn="l"/>
                  <a:tab pos="5387407" algn="l"/>
                  <a:tab pos="5836489" algn="l"/>
                  <a:tab pos="6285573" algn="l"/>
                  <a:tab pos="6734655" algn="l"/>
                  <a:tab pos="7183738" algn="l"/>
                  <a:tab pos="7632821" algn="l"/>
                  <a:tab pos="8081904" algn="l"/>
                  <a:tab pos="8530986" algn="l"/>
                  <a:tab pos="8980070" algn="l"/>
                </a:tabLst>
                <a:defRPr/>
              </a:pPr>
              <a:t>‹#›</a:t>
            </a:fld>
            <a:endParaRPr kumimoji="1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glow rad="101600">
                  <a:srgbClr val="000000"/>
                </a:glow>
              </a:effectLst>
              <a:uLnTx/>
              <a:uFillTx/>
              <a:latin typeface="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53571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912919-90AF-400F-B211-3C1C8B93E662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4" y="-20629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49311" eaLnBrk="1" fontAlgn="auto" hangingPunct="1"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 sz="4000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 marL="0" marR="0" lvl="0" indent="0" algn="ctr" defTabSz="1049311" rtl="0" eaLnBrk="1" fontAlgn="auto" latinLnBrk="0" hangingPunct="1">
              <a:lnSpc>
                <a:spcPct val="100000"/>
              </a:lnSpc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/>
            </a:pPr>
            <a:fld id="{DB768F20-8AEE-4E71-ADDF-85F4488E91BF}" type="slidenum">
              <a:rPr kumimoji="1" lang="en-GB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uLnTx/>
                <a:uFillTx/>
                <a:latin typeface=""/>
                <a:cs typeface="Arial" panose="020B0604020202020204" pitchFamily="34" charset="0"/>
              </a:rPr>
              <a:pPr marL="0" marR="0" lvl="0" indent="0" algn="ctr" defTabSz="1049311" rtl="0" eaLnBrk="1" fontAlgn="auto" latinLnBrk="0" hangingPunct="1">
                <a:lnSpc>
                  <a:spcPct val="100000"/>
                </a:lnSpc>
                <a:spcBef>
                  <a:spcPts val="1562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文鼎中圓" pitchFamily="49" charset="-120"/>
                <a:buNone/>
                <a:tabLst>
                  <a:tab pos="0" algn="l"/>
                  <a:tab pos="447496" algn="l"/>
                  <a:tab pos="896579" algn="l"/>
                  <a:tab pos="1345662" algn="l"/>
                  <a:tab pos="1794745" algn="l"/>
                  <a:tab pos="2243827" algn="l"/>
                  <a:tab pos="2692910" algn="l"/>
                  <a:tab pos="3141993" algn="l"/>
                  <a:tab pos="3591076" algn="l"/>
                  <a:tab pos="4040158" algn="l"/>
                  <a:tab pos="4489242" algn="l"/>
                  <a:tab pos="4938324" algn="l"/>
                  <a:tab pos="5387407" algn="l"/>
                  <a:tab pos="5836489" algn="l"/>
                  <a:tab pos="6285573" algn="l"/>
                  <a:tab pos="6734655" algn="l"/>
                  <a:tab pos="7183738" algn="l"/>
                  <a:tab pos="7632821" algn="l"/>
                  <a:tab pos="8081904" algn="l"/>
                  <a:tab pos="8530986" algn="l"/>
                  <a:tab pos="8980070" algn="l"/>
                </a:tabLst>
                <a:defRPr/>
              </a:pPr>
              <a:t>‹#›</a:t>
            </a:fld>
            <a:endParaRPr kumimoji="1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glow rad="101600">
                  <a:srgbClr val="000000"/>
                </a:glow>
              </a:effectLst>
              <a:uLnTx/>
              <a:uFillTx/>
              <a:latin typeface="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9661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35050" y="2508250"/>
            <a:ext cx="11723688" cy="17319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068513" y="4576763"/>
            <a:ext cx="9656762" cy="20637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699975-24A9-4E20-B851-8EF2147558A3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文鼎中圓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文鼎中圓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108619781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3B1B5E-0810-4818-93EA-CAA3319C7487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文鼎中圓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文鼎中圓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413987061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89025" y="5189538"/>
            <a:ext cx="11725275" cy="16033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89025" y="3422650"/>
            <a:ext cx="11725275" cy="17668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B7DEB6C-8A45-430C-97B1-7D299610E90F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文鼎中圓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文鼎中圓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145122793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8975" y="1884363"/>
            <a:ext cx="6130925" cy="5329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972300" y="1884363"/>
            <a:ext cx="6132513" cy="5329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F6D29E-600D-45DB-AFB4-F73804A57E5E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文鼎中圓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文鼎中圓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33916814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8975" y="323850"/>
            <a:ext cx="12415838" cy="13462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8975" y="1808163"/>
            <a:ext cx="6096000" cy="7524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88975" y="2560638"/>
            <a:ext cx="6096000" cy="46529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7007225" y="1808163"/>
            <a:ext cx="6097588" cy="7524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7007225" y="2560638"/>
            <a:ext cx="6097588" cy="46529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CA166F-BA84-432E-930E-B96C7B1A5B19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文鼎中圓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文鼎中圓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40618015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FD881B-9F00-4E6B-AE35-E6191705768C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文鼎中圓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文鼎中圓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30115623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63321B-064F-49B6-8E7E-ABF4EA831307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文鼎中圓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文鼎中圓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5498268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C7D799-6156-46E2-AFDF-24AEB2AF370D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文鼎中圓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文鼎中圓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237781732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831D72-DE14-4AF2-9184-5F1C50A68689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文鼎中圓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文鼎中圓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290677136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51942D-4B73-40F5-BCE9-A456592F99DB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文鼎中圓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文鼎中圓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31216555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8975" y="322263"/>
            <a:ext cx="4538663" cy="13684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2738" y="322263"/>
            <a:ext cx="7712075" cy="68913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88975" y="1690688"/>
            <a:ext cx="4538663" cy="55229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F27517-AC1C-40BD-9D4B-AA90DE22C5CB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文鼎中圓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文鼎中圓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331326279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703513" y="5653088"/>
            <a:ext cx="8277225" cy="6667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703513" y="722313"/>
            <a:ext cx="8277225" cy="48450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703513" y="6319838"/>
            <a:ext cx="8277225" cy="9477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E73187D-8037-46CC-96E3-EC3BF738C2A4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文鼎中圓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文鼎中圓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221574341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330404-0D91-46AC-9161-F4C88F53795F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文鼎中圓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文鼎中圓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270432707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10013950" y="293688"/>
            <a:ext cx="3106738" cy="691991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88975" y="293688"/>
            <a:ext cx="9172575" cy="6919912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691CC3-5425-4CCA-A27B-1F31F2D48E98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文鼎中圓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文鼎中圓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215995769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35050" y="2508250"/>
            <a:ext cx="11723688" cy="17319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2068513" y="4576763"/>
            <a:ext cx="9656762" cy="206375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5699975-24A9-4E20-B851-8EF2147558A3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192976151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3B1B5E-0810-4818-93EA-CAA3319C7487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339802250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89025" y="5189538"/>
            <a:ext cx="11725275" cy="16033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89025" y="3422650"/>
            <a:ext cx="11725275" cy="1766888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B7DEB6C-8A45-430C-97B1-7D299610E90F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25749339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88975" y="1884363"/>
            <a:ext cx="6130925" cy="5329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972300" y="1884363"/>
            <a:ext cx="6132513" cy="53292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F6D29E-600D-45DB-AFB4-F73804A57E5E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75754917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8975" y="323850"/>
            <a:ext cx="12415838" cy="13462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8975" y="1808163"/>
            <a:ext cx="6096000" cy="7524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88975" y="2560638"/>
            <a:ext cx="6096000" cy="46529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7007225" y="1808163"/>
            <a:ext cx="6097588" cy="7524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7007225" y="2560638"/>
            <a:ext cx="6097588" cy="46529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2CA166F-BA84-432E-930E-B96C7B1A5B19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34129493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2FD881B-9F00-4E6B-AE35-E6191705768C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417171251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C63321B-064F-49B6-8E7E-ABF4EA831307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17938500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EC7D799-6156-46E2-AFDF-24AEB2AF370D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202137139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6831D72-DE14-4AF2-9184-5F1C50A68689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420519969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A51942D-4B73-40F5-BCE9-A456592F99DB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7986952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8975" y="322263"/>
            <a:ext cx="4538663" cy="136842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2738" y="322263"/>
            <a:ext cx="7712075" cy="689133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88975" y="1690688"/>
            <a:ext cx="4538663" cy="55229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3F27517-AC1C-40BD-9D4B-AA90DE22C5CB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270850675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703513" y="5653088"/>
            <a:ext cx="8277225" cy="6667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703513" y="722313"/>
            <a:ext cx="8277225" cy="48450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703513" y="6319838"/>
            <a:ext cx="8277225" cy="9477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E73187D-8037-46CC-96E3-EC3BF738C2A4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399287498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4330404-0D91-46AC-9161-F4C88F53795F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10658398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10013950" y="293688"/>
            <a:ext cx="3106738" cy="691991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88975" y="293688"/>
            <a:ext cx="9172575" cy="6919912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691CC3-5425-4CCA-A27B-1F31F2D48E98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</p:spTree>
    <p:extLst>
      <p:ext uri="{BB962C8B-B14F-4D97-AF65-F5344CB8AC3E}">
        <p14:creationId xmlns:p14="http://schemas.microsoft.com/office/powerpoint/2010/main" val="209260941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4F2DAC-12B1-4727-8221-0EDC1B634B96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17749" y="2237606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49311" eaLnBrk="1" fontAlgn="auto" hangingPunct="1"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 sz="4000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 marL="0" marR="0" lvl="0" indent="0" algn="ctr" defTabSz="1049311" rtl="0" eaLnBrk="1" fontAlgn="auto" latinLnBrk="0" hangingPunct="1">
              <a:lnSpc>
                <a:spcPct val="100000"/>
              </a:lnSpc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/>
            </a:pPr>
            <a:fld id="{DB768F20-8AEE-4E71-ADDF-85F4488E91BF}" type="slidenum">
              <a:rPr kumimoji="1" lang="en-GB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uLnTx/>
                <a:uFillTx/>
                <a:latin typeface=""/>
                <a:cs typeface="Arial" panose="020B0604020202020204" pitchFamily="34" charset="0"/>
              </a:rPr>
              <a:pPr marL="0" marR="0" lvl="0" indent="0" algn="ctr" defTabSz="1049311" rtl="0" eaLnBrk="1" fontAlgn="auto" latinLnBrk="0" hangingPunct="1">
                <a:lnSpc>
                  <a:spcPct val="100000"/>
                </a:lnSpc>
                <a:spcBef>
                  <a:spcPts val="1562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文鼎中圓" pitchFamily="49" charset="-120"/>
                <a:buNone/>
                <a:tabLst>
                  <a:tab pos="0" algn="l"/>
                  <a:tab pos="447496" algn="l"/>
                  <a:tab pos="896579" algn="l"/>
                  <a:tab pos="1345662" algn="l"/>
                  <a:tab pos="1794745" algn="l"/>
                  <a:tab pos="2243827" algn="l"/>
                  <a:tab pos="2692910" algn="l"/>
                  <a:tab pos="3141993" algn="l"/>
                  <a:tab pos="3591076" algn="l"/>
                  <a:tab pos="4040158" algn="l"/>
                  <a:tab pos="4489242" algn="l"/>
                  <a:tab pos="4938324" algn="l"/>
                  <a:tab pos="5387407" algn="l"/>
                  <a:tab pos="5836489" algn="l"/>
                  <a:tab pos="6285573" algn="l"/>
                  <a:tab pos="6734655" algn="l"/>
                  <a:tab pos="7183738" algn="l"/>
                  <a:tab pos="7632821" algn="l"/>
                  <a:tab pos="8081904" algn="l"/>
                  <a:tab pos="8530986" algn="l"/>
                  <a:tab pos="8980070" algn="l"/>
                </a:tabLst>
                <a:defRPr/>
              </a:pPr>
              <a:t>‹#›</a:t>
            </a:fld>
            <a:endParaRPr kumimoji="1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glow rad="101600">
                  <a:srgbClr val="000000"/>
                </a:glow>
              </a:effectLst>
              <a:uLnTx/>
              <a:uFillTx/>
              <a:latin typeface="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66703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24473" y="686326"/>
            <a:ext cx="3829676" cy="6888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85905" tIns="42951" rIns="85905" bIns="42951" anchor="ctr"/>
          <a:lstStyle>
            <a:lvl1pPr>
              <a:lnSpc>
                <a:spcPct val="100000"/>
              </a:lnSpc>
              <a:defRPr kumimoji="1" lang="zh-TW" altLang="en-US" sz="6914" b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pPr lvl="0"/>
            <a:r>
              <a:rPr lang="zh-CN" altLang="en-US" dirty="0"/>
              <a:t>標題</a:t>
            </a:r>
            <a:endParaRPr lang="zh-TW" altLang="en-US" dirty="0"/>
          </a:p>
        </p:txBody>
      </p:sp>
      <p:sp>
        <p:nvSpPr>
          <p:cNvPr id="10" name="Vertical Text Placeholder 8"/>
          <p:cNvSpPr>
            <a:spLocks noGrp="1"/>
          </p:cNvSpPr>
          <p:nvPr>
            <p:ph type="body" orient="vert" sz="quarter" idx="11" hasCustomPrompt="1"/>
          </p:nvPr>
        </p:nvSpPr>
        <p:spPr>
          <a:xfrm>
            <a:off x="10981563" y="220973"/>
            <a:ext cx="1370354" cy="7731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85905" tIns="42951" rIns="85905" bIns="42951" anchor="ctr">
            <a:spAutoFit/>
          </a:bodyPr>
          <a:lstStyle>
            <a:lvl1pPr marL="0" indent="0">
              <a:buFont typeface="Arial" charset="0"/>
              <a:buNone/>
              <a:defRPr kumimoji="1" lang="en-US" altLang="zh-TW" sz="5185" b="0" kern="1200" dirty="0" smtClean="0">
                <a:solidFill>
                  <a:srgbClr val="D9D9D9"/>
                </a:solidFill>
                <a:latin typeface="DFKai-SB" panose="03000509000000000000"/>
                <a:ea typeface="DFKai-SB" panose="03000509000000000000"/>
              </a:defRPr>
            </a:lvl1pPr>
            <a:lvl2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2pPr>
            <a:lvl3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3pPr>
            <a:lvl4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4pPr>
            <a:lvl5pPr>
              <a:defRPr lang="zh-TW" altLang="en-US" sz="4890" b="1" kern="1200" dirty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5pPr>
          </a:lstStyle>
          <a:p>
            <a:pPr lvl="0"/>
            <a:r>
              <a:rPr lang="zh-CN" altLang="en-US" dirty="0"/>
              <a:t>年月日</a:t>
            </a:r>
            <a:endParaRPr lang="zh-TW" altLang="en-US" dirty="0"/>
          </a:p>
        </p:txBody>
      </p:sp>
      <p:sp>
        <p:nvSpPr>
          <p:cNvPr id="11" name="Vertical Text Placeholder 10"/>
          <p:cNvSpPr>
            <a:spLocks noGrp="1"/>
          </p:cNvSpPr>
          <p:nvPr>
            <p:ph type="body" orient="vert" sz="quarter" idx="12" hasCustomPrompt="1"/>
          </p:nvPr>
        </p:nvSpPr>
        <p:spPr>
          <a:xfrm>
            <a:off x="1996376" y="1096851"/>
            <a:ext cx="958921" cy="6477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85905" tIns="42951" rIns="85905" bIns="42951" anchor="ctr"/>
          <a:lstStyle>
            <a:lvl1pPr marL="0" indent="0" algn="r">
              <a:buNone/>
              <a:defRPr kumimoji="1" lang="en-US" altLang="zh-TW" sz="5186" b="0" kern="1200" smtClean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</a:defRPr>
            </a:lvl1pPr>
            <a:lvl2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2pPr>
            <a:lvl3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3pPr>
            <a:lvl4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4pPr>
            <a:lvl5pPr>
              <a:defRPr lang="zh-TW" altLang="en-US" sz="4890" b="1" kern="1200" dirty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5pPr>
          </a:lstStyle>
          <a:p>
            <a:pPr lvl="0"/>
            <a:r>
              <a:rPr lang="zh-CN" altLang="en-US" dirty="0"/>
              <a:t>共幾項議題</a:t>
            </a:r>
            <a:endParaRPr lang="zh-TW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F9DD6EF-5A6F-4186-A0CB-19F5D0A656B6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34201" y="2093591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409252599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+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Vertical Content Placeholder 10"/>
          <p:cNvSpPr>
            <a:spLocks noGrp="1"/>
          </p:cNvSpPr>
          <p:nvPr>
            <p:ph orient="vert" sz="quarter" idx="13" hasCustomPrompt="1"/>
          </p:nvPr>
        </p:nvSpPr>
        <p:spPr>
          <a:xfrm>
            <a:off x="10623547" y="261273"/>
            <a:ext cx="1514774" cy="7677339"/>
          </a:xfrm>
          <a:prstGeom prst="rect">
            <a:avLst/>
          </a:prstGeom>
        </p:spPr>
        <p:txBody>
          <a:bodyPr vert="eaVert" wrap="square">
            <a:spAutoFit/>
          </a:bodyPr>
          <a:lstStyle>
            <a:lvl1pPr marL="411436" indent="-411436" algn="l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lang="en-SG" sz="5762" b="0" i="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20451" y="261274"/>
            <a:ext cx="1201241" cy="7677339"/>
          </a:xfrm>
          <a:prstGeom prst="rect">
            <a:avLst/>
          </a:prstGeom>
        </p:spPr>
        <p:txBody>
          <a:bodyPr vert="eaVert"/>
          <a:lstStyle>
            <a:lvl1pPr>
              <a:lnSpc>
                <a:spcPct val="100000"/>
              </a:lnSpc>
              <a:defRPr kumimoji="1" lang="en-US" altLang="en-US" sz="6337" b="0" i="0" kern="120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29F833F-3377-40A5-89B5-C9A162C61863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6810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1173456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2220449" y="261274"/>
            <a:ext cx="1201241" cy="7651949"/>
          </a:xfrm>
          <a:prstGeom prst="rect">
            <a:avLst/>
          </a:prstGeom>
        </p:spPr>
        <p:txBody>
          <a:bodyPr vert="eaVert"/>
          <a:lstStyle>
            <a:lvl1pPr>
              <a:lnSpc>
                <a:spcPct val="100000"/>
              </a:lnSpc>
              <a:defRPr kumimoji="1" lang="en-US" altLang="en-US" sz="6337" b="0" i="0" kern="120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6F9ED39-03B4-4603-A5A6-E6F6AE0FBBC7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2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70272461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rtical Content Placeholder 10"/>
          <p:cNvSpPr>
            <a:spLocks noGrp="1"/>
          </p:cNvSpPr>
          <p:nvPr>
            <p:ph orient="vert" sz="quarter" idx="13" hasCustomPrompt="1"/>
          </p:nvPr>
        </p:nvSpPr>
        <p:spPr>
          <a:xfrm>
            <a:off x="12127065" y="203624"/>
            <a:ext cx="1514774" cy="7413910"/>
          </a:xfrm>
          <a:prstGeom prst="rect">
            <a:avLst/>
          </a:prstGeom>
        </p:spPr>
        <p:txBody>
          <a:bodyPr vert="eaVert" wrap="square">
            <a:spAutoFit/>
          </a:bodyPr>
          <a:lstStyle>
            <a:lvl1pPr marL="293769" indent="-293769" algn="l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lang="en-SG" sz="5762" b="0" i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80E3B11-A7FE-43E4-B475-D5730C9602F2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2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3356851553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4F2DAC-12B1-4727-8221-0EDC1B634B96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17750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1935826620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首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946643" y="2698334"/>
            <a:ext cx="7787246" cy="1434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85905" tIns="42951" rIns="85905" bIns="42951" anchor="ctr"/>
          <a:lstStyle>
            <a:lvl1pPr algn="ctr">
              <a:lnSpc>
                <a:spcPct val="100000"/>
              </a:lnSpc>
              <a:defRPr kumimoji="1" lang="zh-TW" altLang="en-US" sz="6914" b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pPr lvl="0"/>
            <a:r>
              <a:rPr lang="zh-CN" altLang="en-US" dirty="0"/>
              <a:t>標題</a:t>
            </a:r>
            <a:endParaRPr lang="zh-TW" altLang="en-US" dirty="0"/>
          </a:p>
        </p:txBody>
      </p:sp>
      <p:sp>
        <p:nvSpPr>
          <p:cNvPr id="10" name="Vertical Text Placeholder 8"/>
          <p:cNvSpPr>
            <a:spLocks noGrp="1"/>
          </p:cNvSpPr>
          <p:nvPr>
            <p:ph type="body" orient="vert" sz="quarter" idx="11" hasCustomPrompt="1"/>
          </p:nvPr>
        </p:nvSpPr>
        <p:spPr>
          <a:xfrm>
            <a:off x="2417249" y="5365110"/>
            <a:ext cx="8846032" cy="1284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905" tIns="42951" rIns="85905" bIns="42951" anchor="ctr">
            <a:spAutoFit/>
          </a:bodyPr>
          <a:lstStyle>
            <a:lvl1pPr marL="0" indent="0" algn="ctr">
              <a:buFont typeface="Arial" charset="0"/>
              <a:buNone/>
              <a:defRPr kumimoji="1" lang="en-US" altLang="zh-TW" sz="5189" b="0" kern="1200" dirty="0" smtClean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</a:defRPr>
            </a:lvl1pPr>
            <a:lvl2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2pPr>
            <a:lvl3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3pPr>
            <a:lvl4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4pPr>
            <a:lvl5pPr>
              <a:defRPr lang="zh-TW" altLang="en-US" sz="4890" b="1" kern="1200" dirty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5pPr>
          </a:lstStyle>
          <a:p>
            <a:pPr lvl="0"/>
            <a:r>
              <a:rPr lang="zh-CN" altLang="en-US" dirty="0"/>
              <a:t>副標</a:t>
            </a:r>
            <a:endParaRPr lang="zh-TW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11BA71-52DF-498D-BD5D-B01A09515226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24213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96592419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標題+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68302" y="1"/>
            <a:ext cx="12027482" cy="1203293"/>
          </a:xfrm>
          <a:prstGeom prst="rect">
            <a:avLst/>
          </a:prstGeom>
        </p:spPr>
        <p:txBody>
          <a:bodyPr vert="horz"/>
          <a:lstStyle>
            <a:lvl1pPr>
              <a:lnSpc>
                <a:spcPct val="100000"/>
              </a:lnSpc>
              <a:defRPr kumimoji="1" lang="en-US" altLang="en-US" sz="6337" b="0" i="0" kern="120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>
          <a:xfrm>
            <a:off x="992238" y="1276763"/>
            <a:ext cx="12169352" cy="6768752"/>
          </a:xfr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 sz="5189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>
              <a:defRPr sz="5189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>
              <a:defRPr sz="5189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>
              <a:defRPr sz="5189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74A4AC9-1A8D-4CCA-882C-C5E43E38C70F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182226521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D34057-1750-4703-AA8B-95B34610EC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1186" y="231404"/>
            <a:ext cx="12027482" cy="1203293"/>
          </a:xfrm>
          <a:prstGeom prst="rect">
            <a:avLst/>
          </a:prstGeom>
        </p:spPr>
        <p:txBody>
          <a:bodyPr vert="horz"/>
          <a:lstStyle>
            <a:lvl1pPr>
              <a:lnSpc>
                <a:spcPct val="100000"/>
              </a:lnSpc>
              <a:defRPr kumimoji="1" lang="en-US" altLang="en-US" sz="6337" b="0" i="0" kern="1200" dirty="0">
                <a:solidFill>
                  <a:schemeClr val="tx1"/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6EFC36D-B40F-4BC1-AF4C-5ABE4080A574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8715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405567803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Content Placeholder 10">
            <a:extLst>
              <a:ext uri="{FF2B5EF4-FFF2-40B4-BE49-F238E27FC236}">
                <a16:creationId xmlns:a16="http://schemas.microsoft.com/office/drawing/2014/main" id="{1B012383-07DE-487F-B7A6-EF4A43D09494}"/>
              </a:ext>
            </a:extLst>
          </p:cNvPr>
          <p:cNvSpPr>
            <a:spLocks noGrp="1"/>
          </p:cNvSpPr>
          <p:nvPr>
            <p:ph orient="vert" sz="quarter" idx="13" hasCustomPrompt="1"/>
          </p:nvPr>
        </p:nvSpPr>
        <p:spPr>
          <a:xfrm>
            <a:off x="1223024" y="1334559"/>
            <a:ext cx="12355644" cy="970715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411436" indent="-411436" algn="l">
              <a:lnSpc>
                <a:spcPct val="110000"/>
              </a:lnSpc>
              <a:spcBef>
                <a:spcPts val="0"/>
              </a:spcBef>
              <a:buClr>
                <a:schemeClr val="tx1">
                  <a:lumMod val="95000"/>
                </a:schemeClr>
              </a:buClr>
              <a:buSzPct val="120000"/>
              <a:buFont typeface="Arial" panose="020B0604020202020204" pitchFamily="34" charset="0"/>
              <a:buChar char="•"/>
              <a:defRPr lang="en-SG" sz="5189" b="0" i="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2E75E7E-C625-48BE-BF28-C938EE51D49A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29697" y="233585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374843068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文+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88183" y="1805560"/>
            <a:ext cx="7705025" cy="5133545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插入照片</a:t>
            </a:r>
            <a:endParaRPr lang="zh-TW" altLang="en-US" dirty="0"/>
          </a:p>
        </p:txBody>
      </p:sp>
      <p:sp>
        <p:nvSpPr>
          <p:cNvPr id="6" name="Vertical Content Placeholder 10"/>
          <p:cNvSpPr>
            <a:spLocks noGrp="1"/>
          </p:cNvSpPr>
          <p:nvPr>
            <p:ph orient="vert" sz="quarter" idx="13" hasCustomPrompt="1"/>
          </p:nvPr>
        </p:nvSpPr>
        <p:spPr>
          <a:xfrm>
            <a:off x="12259344" y="203624"/>
            <a:ext cx="1382494" cy="7413910"/>
          </a:xfrm>
          <a:prstGeom prst="rect">
            <a:avLst/>
          </a:prstGeom>
        </p:spPr>
        <p:txBody>
          <a:bodyPr vert="eaVert">
            <a:spAutoFit/>
          </a:bodyPr>
          <a:lstStyle>
            <a:lvl1pPr marL="293769" indent="-293769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lang="en-SG" sz="5189" b="0" i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14D9D05-D463-4BB1-AAF8-EBB8F04AD663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4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3614325965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13" descr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284" y="6855552"/>
            <a:ext cx="3071079" cy="123119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內文層級一…"/>
          <p:cNvSpPr txBox="1">
            <a:spLocks noGrp="1"/>
          </p:cNvSpPr>
          <p:nvPr>
            <p:ph type="body" sz="half" idx="1"/>
          </p:nvPr>
        </p:nvSpPr>
        <p:spPr>
          <a:xfrm>
            <a:off x="689773" y="1886907"/>
            <a:ext cx="6092959" cy="5336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647"/>
              </a:spcBef>
              <a:defRPr sz="2957"/>
            </a:lvl1pPr>
            <a:lvl2pPr marL="990149" indent="-412563">
              <a:spcBef>
                <a:spcPts val="647"/>
              </a:spcBef>
              <a:defRPr sz="2957"/>
            </a:lvl2pPr>
            <a:lvl3pPr marL="1556976" indent="-401800">
              <a:spcBef>
                <a:spcPts val="647"/>
              </a:spcBef>
              <a:defRPr sz="2957"/>
            </a:lvl3pPr>
            <a:lvl4pPr marL="2172830" indent="-440067">
              <a:spcBef>
                <a:spcPts val="647"/>
              </a:spcBef>
              <a:defRPr sz="2957"/>
            </a:lvl4pPr>
            <a:lvl5pPr marL="2750420" indent="-440067">
              <a:spcBef>
                <a:spcPts val="647"/>
              </a:spcBef>
              <a:defRPr sz="2957"/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9C7F0CF-7D97-436D-95DE-7EF3A54E126D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3655431509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Picture 13" descr="Picture 13"/>
          <p:cNvPicPr>
            <a:picLocks noChangeAspect="1"/>
          </p:cNvPicPr>
          <p:nvPr/>
        </p:nvPicPr>
        <p:blipFill>
          <a:blip r:embed="rId2"/>
          <a:srcRect l="8305" r="31175" b="48375"/>
          <a:stretch>
            <a:fillRect/>
          </a:stretch>
        </p:blipFill>
        <p:spPr>
          <a:xfrm>
            <a:off x="-134950" y="6856325"/>
            <a:ext cx="3072169" cy="1230419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A7715043-211D-441A-93F0-FE7687197F7B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16592815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9CF23B-7426-4BF5-BD85-8BF86DD2F46F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125445690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635A99-1BB6-4878-BB67-322BE2DC6870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3495498322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62DD493-3BFF-4098-9067-D4C6AAB98531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173989394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912919-90AF-400F-B211-3C1C8B93E662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420732318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24473" y="686326"/>
            <a:ext cx="3829676" cy="6888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85905" tIns="42951" rIns="85905" bIns="42951" anchor="ctr"/>
          <a:lstStyle>
            <a:lvl1pPr>
              <a:lnSpc>
                <a:spcPct val="100000"/>
              </a:lnSpc>
              <a:defRPr kumimoji="1" lang="zh-TW" altLang="en-US" sz="6914" b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pPr lvl="0"/>
            <a:r>
              <a:rPr lang="zh-CN" altLang="en-US" dirty="0"/>
              <a:t>標題</a:t>
            </a:r>
            <a:endParaRPr lang="zh-TW" altLang="en-US" dirty="0"/>
          </a:p>
        </p:txBody>
      </p:sp>
      <p:sp>
        <p:nvSpPr>
          <p:cNvPr id="10" name="Vertical Text Placeholder 8"/>
          <p:cNvSpPr>
            <a:spLocks noGrp="1"/>
          </p:cNvSpPr>
          <p:nvPr>
            <p:ph type="body" orient="vert" sz="quarter" idx="11" hasCustomPrompt="1"/>
          </p:nvPr>
        </p:nvSpPr>
        <p:spPr>
          <a:xfrm>
            <a:off x="10981563" y="220973"/>
            <a:ext cx="1370354" cy="7731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85905" tIns="42951" rIns="85905" bIns="42951" anchor="ctr">
            <a:spAutoFit/>
          </a:bodyPr>
          <a:lstStyle>
            <a:lvl1pPr marL="0" indent="0">
              <a:buFont typeface="Arial" charset="0"/>
              <a:buNone/>
              <a:defRPr kumimoji="1" lang="en-US" altLang="zh-TW" sz="5185" b="0" kern="1200" dirty="0" smtClean="0">
                <a:solidFill>
                  <a:srgbClr val="D9D9D9"/>
                </a:solidFill>
                <a:latin typeface="DFKai-SB" panose="03000509000000000000"/>
                <a:ea typeface="DFKai-SB" panose="03000509000000000000"/>
              </a:defRPr>
            </a:lvl1pPr>
            <a:lvl2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2pPr>
            <a:lvl3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3pPr>
            <a:lvl4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4pPr>
            <a:lvl5pPr>
              <a:defRPr lang="zh-TW" altLang="en-US" sz="4890" b="1" kern="1200" dirty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5pPr>
          </a:lstStyle>
          <a:p>
            <a:pPr lvl="0"/>
            <a:r>
              <a:rPr lang="zh-CN" altLang="en-US" dirty="0"/>
              <a:t>年月日</a:t>
            </a:r>
            <a:endParaRPr lang="zh-TW" altLang="en-US" dirty="0"/>
          </a:p>
        </p:txBody>
      </p:sp>
      <p:sp>
        <p:nvSpPr>
          <p:cNvPr id="11" name="Vertical Text Placeholder 10"/>
          <p:cNvSpPr>
            <a:spLocks noGrp="1"/>
          </p:cNvSpPr>
          <p:nvPr>
            <p:ph type="body" orient="vert" sz="quarter" idx="12" hasCustomPrompt="1"/>
          </p:nvPr>
        </p:nvSpPr>
        <p:spPr>
          <a:xfrm>
            <a:off x="1996376" y="1096851"/>
            <a:ext cx="958921" cy="6477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85905" tIns="42951" rIns="85905" bIns="42951" anchor="ctr"/>
          <a:lstStyle>
            <a:lvl1pPr marL="0" indent="0" algn="r">
              <a:buNone/>
              <a:defRPr kumimoji="1" lang="en-US" altLang="zh-TW" sz="5186" b="0" kern="1200" smtClean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</a:defRPr>
            </a:lvl1pPr>
            <a:lvl2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2pPr>
            <a:lvl3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3pPr>
            <a:lvl4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4pPr>
            <a:lvl5pPr>
              <a:defRPr lang="zh-TW" altLang="en-US" sz="4890" b="1" kern="1200" dirty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5pPr>
          </a:lstStyle>
          <a:p>
            <a:pPr lvl="0"/>
            <a:r>
              <a:rPr lang="zh-CN" altLang="en-US" dirty="0"/>
              <a:t>共幾項議題</a:t>
            </a:r>
            <a:endParaRPr lang="zh-TW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F9DD6EF-5A6F-4186-A0CB-19F5D0A656B6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34201" y="2093591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339505578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+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Vertical Content Placeholder 10"/>
          <p:cNvSpPr>
            <a:spLocks noGrp="1"/>
          </p:cNvSpPr>
          <p:nvPr>
            <p:ph orient="vert" sz="quarter" idx="13" hasCustomPrompt="1"/>
          </p:nvPr>
        </p:nvSpPr>
        <p:spPr>
          <a:xfrm>
            <a:off x="10623547" y="261273"/>
            <a:ext cx="1514774" cy="7677339"/>
          </a:xfrm>
          <a:prstGeom prst="rect">
            <a:avLst/>
          </a:prstGeom>
        </p:spPr>
        <p:txBody>
          <a:bodyPr vert="eaVert" wrap="square">
            <a:spAutoFit/>
          </a:bodyPr>
          <a:lstStyle>
            <a:lvl1pPr marL="411436" indent="-411436" algn="l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lang="en-SG" sz="5762" b="0" i="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20451" y="261274"/>
            <a:ext cx="1201241" cy="7677339"/>
          </a:xfrm>
          <a:prstGeom prst="rect">
            <a:avLst/>
          </a:prstGeom>
        </p:spPr>
        <p:txBody>
          <a:bodyPr vert="eaVert"/>
          <a:lstStyle>
            <a:lvl1pPr>
              <a:lnSpc>
                <a:spcPct val="100000"/>
              </a:lnSpc>
              <a:defRPr kumimoji="1" lang="en-US" altLang="en-US" sz="6337" b="0" i="0" kern="120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29F833F-3377-40A5-89B5-C9A162C61863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6810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29446482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2220449" y="261274"/>
            <a:ext cx="1201241" cy="7651949"/>
          </a:xfrm>
          <a:prstGeom prst="rect">
            <a:avLst/>
          </a:prstGeom>
        </p:spPr>
        <p:txBody>
          <a:bodyPr vert="eaVert"/>
          <a:lstStyle>
            <a:lvl1pPr>
              <a:lnSpc>
                <a:spcPct val="100000"/>
              </a:lnSpc>
              <a:defRPr kumimoji="1" lang="en-US" altLang="en-US" sz="6337" b="0" i="0" kern="120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6F9ED39-03B4-4603-A5A6-E6F6AE0FBBC7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2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185227769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rtical Content Placeholder 10"/>
          <p:cNvSpPr>
            <a:spLocks noGrp="1"/>
          </p:cNvSpPr>
          <p:nvPr>
            <p:ph orient="vert" sz="quarter" idx="13" hasCustomPrompt="1"/>
          </p:nvPr>
        </p:nvSpPr>
        <p:spPr>
          <a:xfrm>
            <a:off x="12127065" y="203624"/>
            <a:ext cx="1514774" cy="7413910"/>
          </a:xfrm>
          <a:prstGeom prst="rect">
            <a:avLst/>
          </a:prstGeom>
        </p:spPr>
        <p:txBody>
          <a:bodyPr vert="eaVert" wrap="square">
            <a:spAutoFit/>
          </a:bodyPr>
          <a:lstStyle>
            <a:lvl1pPr marL="293769" indent="-293769" algn="l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lang="en-SG" sz="5762" b="0" i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80E3B11-A7FE-43E4-B475-D5730C9602F2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2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32610604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4F2DAC-12B1-4727-8221-0EDC1B634B96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17750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12556025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首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946643" y="2698334"/>
            <a:ext cx="7787246" cy="1434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85905" tIns="42951" rIns="85905" bIns="42951" anchor="ctr"/>
          <a:lstStyle>
            <a:lvl1pPr algn="ctr">
              <a:lnSpc>
                <a:spcPct val="100000"/>
              </a:lnSpc>
              <a:defRPr kumimoji="1" lang="zh-TW" altLang="en-US" sz="6914" b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pPr lvl="0"/>
            <a:r>
              <a:rPr lang="zh-CN" altLang="en-US" dirty="0"/>
              <a:t>標題</a:t>
            </a:r>
            <a:endParaRPr lang="zh-TW" altLang="en-US" dirty="0"/>
          </a:p>
        </p:txBody>
      </p:sp>
      <p:sp>
        <p:nvSpPr>
          <p:cNvPr id="10" name="Vertical Text Placeholder 8"/>
          <p:cNvSpPr>
            <a:spLocks noGrp="1"/>
          </p:cNvSpPr>
          <p:nvPr>
            <p:ph type="body" orient="vert" sz="quarter" idx="11" hasCustomPrompt="1"/>
          </p:nvPr>
        </p:nvSpPr>
        <p:spPr>
          <a:xfrm>
            <a:off x="2417249" y="5365110"/>
            <a:ext cx="8846032" cy="1284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905" tIns="42951" rIns="85905" bIns="42951" anchor="ctr">
            <a:spAutoFit/>
          </a:bodyPr>
          <a:lstStyle>
            <a:lvl1pPr marL="0" indent="0" algn="ctr">
              <a:buFont typeface="Arial" charset="0"/>
              <a:buNone/>
              <a:defRPr kumimoji="1" lang="en-US" altLang="zh-TW" sz="5189" b="0" kern="1200" dirty="0" smtClean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</a:defRPr>
            </a:lvl1pPr>
            <a:lvl2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2pPr>
            <a:lvl3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3pPr>
            <a:lvl4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4pPr>
            <a:lvl5pPr>
              <a:defRPr lang="zh-TW" altLang="en-US" sz="4890" b="1" kern="1200" dirty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5pPr>
          </a:lstStyle>
          <a:p>
            <a:pPr lvl="0"/>
            <a:r>
              <a:rPr lang="zh-CN" altLang="en-US" dirty="0"/>
              <a:t>副標</a:t>
            </a:r>
            <a:endParaRPr lang="zh-TW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11BA71-52DF-498D-BD5D-B01A09515226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24213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60154590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標題+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68302" y="1"/>
            <a:ext cx="12027482" cy="1203293"/>
          </a:xfrm>
          <a:prstGeom prst="rect">
            <a:avLst/>
          </a:prstGeom>
        </p:spPr>
        <p:txBody>
          <a:bodyPr vert="horz"/>
          <a:lstStyle>
            <a:lvl1pPr>
              <a:lnSpc>
                <a:spcPct val="100000"/>
              </a:lnSpc>
              <a:defRPr kumimoji="1" lang="en-US" altLang="en-US" sz="6337" b="0" i="0" kern="120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>
          <a:xfrm>
            <a:off x="992238" y="1276763"/>
            <a:ext cx="12169352" cy="6768752"/>
          </a:xfr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 sz="5189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>
              <a:defRPr sz="5189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>
              <a:defRPr sz="5189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>
              <a:defRPr sz="5189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74A4AC9-1A8D-4CCA-882C-C5E43E38C70F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307143549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D34057-1750-4703-AA8B-95B34610EC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1186" y="231404"/>
            <a:ext cx="12027482" cy="1203293"/>
          </a:xfrm>
          <a:prstGeom prst="rect">
            <a:avLst/>
          </a:prstGeom>
        </p:spPr>
        <p:txBody>
          <a:bodyPr vert="horz"/>
          <a:lstStyle>
            <a:lvl1pPr>
              <a:lnSpc>
                <a:spcPct val="100000"/>
              </a:lnSpc>
              <a:defRPr kumimoji="1" lang="en-US" altLang="en-US" sz="6337" b="0" i="0" kern="1200" dirty="0">
                <a:solidFill>
                  <a:schemeClr val="tx1"/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6EFC36D-B40F-4BC1-AF4C-5ABE4080A574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8715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384554118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Content Placeholder 10">
            <a:extLst>
              <a:ext uri="{FF2B5EF4-FFF2-40B4-BE49-F238E27FC236}">
                <a16:creationId xmlns:a16="http://schemas.microsoft.com/office/drawing/2014/main" id="{1B012383-07DE-487F-B7A6-EF4A43D09494}"/>
              </a:ext>
            </a:extLst>
          </p:cNvPr>
          <p:cNvSpPr>
            <a:spLocks noGrp="1"/>
          </p:cNvSpPr>
          <p:nvPr>
            <p:ph orient="vert" sz="quarter" idx="13" hasCustomPrompt="1"/>
          </p:nvPr>
        </p:nvSpPr>
        <p:spPr>
          <a:xfrm>
            <a:off x="1223024" y="1334559"/>
            <a:ext cx="12355644" cy="970715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411436" indent="-411436" algn="l">
              <a:lnSpc>
                <a:spcPct val="110000"/>
              </a:lnSpc>
              <a:spcBef>
                <a:spcPts val="0"/>
              </a:spcBef>
              <a:buClr>
                <a:schemeClr val="tx1">
                  <a:lumMod val="95000"/>
                </a:schemeClr>
              </a:buClr>
              <a:buSzPct val="120000"/>
              <a:buFont typeface="Arial" panose="020B0604020202020204" pitchFamily="34" charset="0"/>
              <a:buChar char="•"/>
              <a:defRPr lang="en-SG" sz="5189" b="0" i="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2E75E7E-C625-48BE-BF28-C938EE51D49A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29697" y="233585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665394373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文+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88183" y="1805560"/>
            <a:ext cx="7705025" cy="5133545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插入照片</a:t>
            </a:r>
            <a:endParaRPr lang="zh-TW" altLang="en-US" dirty="0"/>
          </a:p>
        </p:txBody>
      </p:sp>
      <p:sp>
        <p:nvSpPr>
          <p:cNvPr id="6" name="Vertical Content Placeholder 10"/>
          <p:cNvSpPr>
            <a:spLocks noGrp="1"/>
          </p:cNvSpPr>
          <p:nvPr>
            <p:ph orient="vert" sz="quarter" idx="13" hasCustomPrompt="1"/>
          </p:nvPr>
        </p:nvSpPr>
        <p:spPr>
          <a:xfrm>
            <a:off x="12259344" y="203624"/>
            <a:ext cx="1382494" cy="7413910"/>
          </a:xfrm>
          <a:prstGeom prst="rect">
            <a:avLst/>
          </a:prstGeom>
        </p:spPr>
        <p:txBody>
          <a:bodyPr vert="eaVert">
            <a:spAutoFit/>
          </a:bodyPr>
          <a:lstStyle>
            <a:lvl1pPr marL="293769" indent="-293769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lang="en-SG" sz="5189" b="0" i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14D9D05-D463-4BB1-AAF8-EBB8F04AD663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4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13166440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媒體版面配置區 7"/>
          <p:cNvSpPr>
            <a:spLocks noGrp="1"/>
          </p:cNvSpPr>
          <p:nvPr>
            <p:ph type="media" sz="quarter" idx="13"/>
          </p:nvPr>
        </p:nvSpPr>
        <p:spPr>
          <a:xfrm>
            <a:off x="2792439" y="2813671"/>
            <a:ext cx="9001125" cy="3671887"/>
          </a:xfrm>
        </p:spPr>
        <p:txBody>
          <a:bodyPr/>
          <a:lstStyle>
            <a:lvl1pPr>
              <a:defRPr sz="5189">
                <a:solidFill>
                  <a:schemeClr val="tx1">
                    <a:lumMod val="9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9" name="標題 8"/>
          <p:cNvSpPr>
            <a:spLocks noGrp="1"/>
          </p:cNvSpPr>
          <p:nvPr>
            <p:ph type="title"/>
          </p:nvPr>
        </p:nvSpPr>
        <p:spPr>
          <a:xfrm>
            <a:off x="1424286" y="149374"/>
            <a:ext cx="11898312" cy="15605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54E0CA5-3CAB-43AA-9E71-EBA91FC6919B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15873" y="2148080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468437958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13" descr="Picture 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34284" y="6855552"/>
            <a:ext cx="3071079" cy="123119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內文層級一…"/>
          <p:cNvSpPr txBox="1">
            <a:spLocks noGrp="1"/>
          </p:cNvSpPr>
          <p:nvPr>
            <p:ph type="body" sz="half" idx="1"/>
          </p:nvPr>
        </p:nvSpPr>
        <p:spPr>
          <a:xfrm>
            <a:off x="689773" y="1886907"/>
            <a:ext cx="6092959" cy="5336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647"/>
              </a:spcBef>
              <a:defRPr sz="2957"/>
            </a:lvl1pPr>
            <a:lvl2pPr marL="990149" indent="-412563">
              <a:spcBef>
                <a:spcPts val="647"/>
              </a:spcBef>
              <a:defRPr sz="2957"/>
            </a:lvl2pPr>
            <a:lvl3pPr marL="1556976" indent="-401800">
              <a:spcBef>
                <a:spcPts val="647"/>
              </a:spcBef>
              <a:defRPr sz="2957"/>
            </a:lvl3pPr>
            <a:lvl4pPr marL="2172830" indent="-440067">
              <a:spcBef>
                <a:spcPts val="647"/>
              </a:spcBef>
              <a:defRPr sz="2957"/>
            </a:lvl4pPr>
            <a:lvl5pPr marL="2750420" indent="-440067">
              <a:spcBef>
                <a:spcPts val="647"/>
              </a:spcBef>
              <a:defRPr sz="2957"/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9C7F0CF-7D97-436D-95DE-7EF3A54E126D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171927165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Picture 13" descr="Picture 13"/>
          <p:cNvPicPr>
            <a:picLocks noChangeAspect="1"/>
          </p:cNvPicPr>
          <p:nvPr/>
        </p:nvPicPr>
        <p:blipFill>
          <a:blip r:embed="rId2">
            <a:extLst/>
          </a:blip>
          <a:srcRect l="8305" r="31175" b="48375"/>
          <a:stretch>
            <a:fillRect/>
          </a:stretch>
        </p:blipFill>
        <p:spPr>
          <a:xfrm>
            <a:off x="-134950" y="6856325"/>
            <a:ext cx="3072169" cy="1230419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A7715043-211D-441A-93F0-FE7687197F7B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178671196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9CF23B-7426-4BF5-BD85-8BF86DD2F46F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3549000894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635A99-1BB6-4878-BB67-322BE2DC6870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354123804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62DD493-3BFF-4098-9067-D4C6AAB98531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109578524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912919-90AF-400F-B211-3C1C8B93E662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76138436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24224" y="1321634"/>
            <a:ext cx="10345341" cy="2811510"/>
          </a:xfrm>
        </p:spPr>
        <p:txBody>
          <a:bodyPr anchor="b"/>
          <a:lstStyle>
            <a:lvl1pPr algn="ctr">
              <a:defRPr sz="6788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724224" y="4241567"/>
            <a:ext cx="10345341" cy="1949737"/>
          </a:xfrm>
        </p:spPr>
        <p:txBody>
          <a:bodyPr/>
          <a:lstStyle>
            <a:lvl1pPr marL="0" indent="0" algn="ctr">
              <a:buNone/>
              <a:defRPr sz="2715"/>
            </a:lvl1pPr>
            <a:lvl2pPr marL="517276" indent="0" algn="ctr">
              <a:buNone/>
              <a:defRPr sz="2263"/>
            </a:lvl2pPr>
            <a:lvl3pPr marL="1034552" indent="0" algn="ctr">
              <a:buNone/>
              <a:defRPr sz="2037"/>
            </a:lvl3pPr>
            <a:lvl4pPr marL="1551828" indent="0" algn="ctr">
              <a:buNone/>
              <a:defRPr sz="1810"/>
            </a:lvl4pPr>
            <a:lvl5pPr marL="2069104" indent="0" algn="ctr">
              <a:buNone/>
              <a:defRPr sz="1810"/>
            </a:lvl5pPr>
            <a:lvl6pPr marL="2586380" indent="0" algn="ctr">
              <a:buNone/>
              <a:defRPr sz="1810"/>
            </a:lvl6pPr>
            <a:lvl7pPr marL="3103656" indent="0" algn="ctr">
              <a:buNone/>
              <a:defRPr sz="1810"/>
            </a:lvl7pPr>
            <a:lvl8pPr marL="3620933" indent="0" algn="ctr">
              <a:buNone/>
              <a:defRPr sz="1810"/>
            </a:lvl8pPr>
            <a:lvl9pPr marL="4138209" indent="0" algn="ctr">
              <a:buNone/>
              <a:defRPr sz="181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1034552">
              <a:buClrTx/>
            </a:pPr>
            <a:endParaRPr lang="en-US" altLang="zh-TW" sz="2037" kern="1200">
              <a:solidFill>
                <a:srgbClr val="FFFFFF"/>
              </a:solidFill>
              <a:latin typeface="Times New Roman"/>
              <a:ea typeface="DFKai-SB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1034552">
              <a:buClrTx/>
            </a:pPr>
            <a:endParaRPr lang="en-US" altLang="zh-TW" sz="2037" kern="1200">
              <a:solidFill>
                <a:srgbClr val="FFFFFF"/>
              </a:solidFill>
              <a:latin typeface="Times New Roman"/>
              <a:ea typeface="DFKai-SB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7C7D2-B08A-4B6A-A383-01FDB5DE6DCA}" type="slidenum">
              <a:rPr lang="en-US" altLang="zh-TW" kern="1200" smtClean="0"/>
              <a:pPr/>
              <a:t>‹#›</a:t>
            </a:fld>
            <a:endParaRPr lang="en-US" altLang="zh-TW" kern="1200"/>
          </a:p>
        </p:txBody>
      </p:sp>
    </p:spTree>
    <p:extLst>
      <p:ext uri="{BB962C8B-B14F-4D97-AF65-F5344CB8AC3E}">
        <p14:creationId xmlns:p14="http://schemas.microsoft.com/office/powerpoint/2010/main" val="1464722022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24473" y="686326"/>
            <a:ext cx="3829676" cy="6888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85905" tIns="42951" rIns="85905" bIns="42951" anchor="ctr"/>
          <a:lstStyle>
            <a:lvl1pPr>
              <a:lnSpc>
                <a:spcPct val="100000"/>
              </a:lnSpc>
              <a:defRPr kumimoji="1" lang="zh-TW" altLang="en-US" sz="6914" b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pPr lvl="0"/>
            <a:r>
              <a:rPr lang="zh-CN" altLang="en-US" dirty="0"/>
              <a:t>標題</a:t>
            </a:r>
            <a:endParaRPr lang="zh-TW" altLang="en-US" dirty="0"/>
          </a:p>
        </p:txBody>
      </p:sp>
      <p:sp>
        <p:nvSpPr>
          <p:cNvPr id="10" name="Vertical Text Placeholder 8"/>
          <p:cNvSpPr>
            <a:spLocks noGrp="1"/>
          </p:cNvSpPr>
          <p:nvPr>
            <p:ph type="body" orient="vert" sz="quarter" idx="11" hasCustomPrompt="1"/>
          </p:nvPr>
        </p:nvSpPr>
        <p:spPr>
          <a:xfrm>
            <a:off x="10981563" y="220973"/>
            <a:ext cx="1370354" cy="7731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85905" tIns="42951" rIns="85905" bIns="42951" anchor="ctr">
            <a:spAutoFit/>
          </a:bodyPr>
          <a:lstStyle>
            <a:lvl1pPr marL="0" indent="0">
              <a:buFont typeface="Arial" charset="0"/>
              <a:buNone/>
              <a:defRPr kumimoji="1" lang="en-US" altLang="zh-TW" sz="5185" b="0" kern="1200" dirty="0" smtClean="0">
                <a:solidFill>
                  <a:srgbClr val="D9D9D9"/>
                </a:solidFill>
                <a:latin typeface="DFKai-SB" panose="03000509000000000000"/>
                <a:ea typeface="DFKai-SB" panose="03000509000000000000"/>
              </a:defRPr>
            </a:lvl1pPr>
            <a:lvl2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2pPr>
            <a:lvl3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3pPr>
            <a:lvl4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4pPr>
            <a:lvl5pPr>
              <a:defRPr lang="zh-TW" altLang="en-US" sz="4890" b="1" kern="1200" dirty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5pPr>
          </a:lstStyle>
          <a:p>
            <a:pPr lvl="0"/>
            <a:r>
              <a:rPr lang="zh-CN" altLang="en-US" dirty="0"/>
              <a:t>年月日</a:t>
            </a:r>
            <a:endParaRPr lang="zh-TW" altLang="en-US" dirty="0"/>
          </a:p>
        </p:txBody>
      </p:sp>
      <p:sp>
        <p:nvSpPr>
          <p:cNvPr id="11" name="Vertical Text Placeholder 10"/>
          <p:cNvSpPr>
            <a:spLocks noGrp="1"/>
          </p:cNvSpPr>
          <p:nvPr>
            <p:ph type="body" orient="vert" sz="quarter" idx="12" hasCustomPrompt="1"/>
          </p:nvPr>
        </p:nvSpPr>
        <p:spPr>
          <a:xfrm>
            <a:off x="1996376" y="1096851"/>
            <a:ext cx="958921" cy="6477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85905" tIns="42951" rIns="85905" bIns="42951" anchor="ctr"/>
          <a:lstStyle>
            <a:lvl1pPr marL="0" indent="0" algn="r">
              <a:buNone/>
              <a:defRPr kumimoji="1" lang="en-US" altLang="zh-TW" sz="5186" b="0" kern="1200" smtClean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</a:defRPr>
            </a:lvl1pPr>
            <a:lvl2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2pPr>
            <a:lvl3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3pPr>
            <a:lvl4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4pPr>
            <a:lvl5pPr>
              <a:defRPr lang="zh-TW" altLang="en-US" sz="4890" b="1" kern="1200" dirty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5pPr>
          </a:lstStyle>
          <a:p>
            <a:pPr lvl="0"/>
            <a:r>
              <a:rPr lang="zh-CN" altLang="en-US" dirty="0"/>
              <a:t>共幾項議題</a:t>
            </a:r>
            <a:endParaRPr lang="zh-TW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F9DD6EF-5A6F-4186-A0CB-19F5D0A656B6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34201" y="2093591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72786219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+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Vertical Content Placeholder 10"/>
          <p:cNvSpPr>
            <a:spLocks noGrp="1"/>
          </p:cNvSpPr>
          <p:nvPr>
            <p:ph orient="vert" sz="quarter" idx="13" hasCustomPrompt="1"/>
          </p:nvPr>
        </p:nvSpPr>
        <p:spPr>
          <a:xfrm>
            <a:off x="10623547" y="261273"/>
            <a:ext cx="1514774" cy="7677339"/>
          </a:xfrm>
          <a:prstGeom prst="rect">
            <a:avLst/>
          </a:prstGeom>
        </p:spPr>
        <p:txBody>
          <a:bodyPr vert="eaVert" wrap="square">
            <a:spAutoFit/>
          </a:bodyPr>
          <a:lstStyle>
            <a:lvl1pPr marL="411436" indent="-411436" algn="l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lang="en-SG" sz="5762" b="0" i="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20451" y="261274"/>
            <a:ext cx="1201241" cy="7677339"/>
          </a:xfrm>
          <a:prstGeom prst="rect">
            <a:avLst/>
          </a:prstGeom>
        </p:spPr>
        <p:txBody>
          <a:bodyPr vert="eaVert"/>
          <a:lstStyle>
            <a:lvl1pPr>
              <a:lnSpc>
                <a:spcPct val="100000"/>
              </a:lnSpc>
              <a:defRPr kumimoji="1" lang="en-US" altLang="en-US" sz="6337" b="0" i="0" kern="120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29F833F-3377-40A5-89B5-C9A162C61863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6810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825527261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2220449" y="261274"/>
            <a:ext cx="1201241" cy="7651949"/>
          </a:xfrm>
          <a:prstGeom prst="rect">
            <a:avLst/>
          </a:prstGeom>
        </p:spPr>
        <p:txBody>
          <a:bodyPr vert="eaVert"/>
          <a:lstStyle>
            <a:lvl1pPr>
              <a:lnSpc>
                <a:spcPct val="100000"/>
              </a:lnSpc>
              <a:defRPr kumimoji="1" lang="en-US" altLang="en-US" sz="6337" b="0" i="0" kern="120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6F9ED39-03B4-4603-A5A6-E6F6AE0FBBC7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2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165387610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rtical Content Placeholder 10"/>
          <p:cNvSpPr>
            <a:spLocks noGrp="1"/>
          </p:cNvSpPr>
          <p:nvPr>
            <p:ph orient="vert" sz="quarter" idx="13" hasCustomPrompt="1"/>
          </p:nvPr>
        </p:nvSpPr>
        <p:spPr>
          <a:xfrm>
            <a:off x="12127065" y="203624"/>
            <a:ext cx="1514774" cy="7413910"/>
          </a:xfrm>
          <a:prstGeom prst="rect">
            <a:avLst/>
          </a:prstGeom>
        </p:spPr>
        <p:txBody>
          <a:bodyPr vert="eaVert" wrap="square">
            <a:spAutoFit/>
          </a:bodyPr>
          <a:lstStyle>
            <a:lvl1pPr marL="293769" indent="-293769" algn="l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lang="en-SG" sz="5762" b="0" i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80E3B11-A7FE-43E4-B475-D5730C9602F2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2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3891463066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4F2DAC-12B1-4727-8221-0EDC1B634B96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17750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141665669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首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946643" y="2698334"/>
            <a:ext cx="7787246" cy="1434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85905" tIns="42951" rIns="85905" bIns="42951" anchor="ctr"/>
          <a:lstStyle>
            <a:lvl1pPr algn="ctr">
              <a:lnSpc>
                <a:spcPct val="100000"/>
              </a:lnSpc>
              <a:defRPr kumimoji="1" lang="zh-TW" altLang="en-US" sz="6914" b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pPr lvl="0"/>
            <a:r>
              <a:rPr lang="zh-CN" altLang="en-US" dirty="0"/>
              <a:t>標題</a:t>
            </a:r>
            <a:endParaRPr lang="zh-TW" altLang="en-US" dirty="0"/>
          </a:p>
        </p:txBody>
      </p:sp>
      <p:sp>
        <p:nvSpPr>
          <p:cNvPr id="10" name="Vertical Text Placeholder 8"/>
          <p:cNvSpPr>
            <a:spLocks noGrp="1"/>
          </p:cNvSpPr>
          <p:nvPr>
            <p:ph type="body" orient="vert" sz="quarter" idx="11" hasCustomPrompt="1"/>
          </p:nvPr>
        </p:nvSpPr>
        <p:spPr>
          <a:xfrm>
            <a:off x="2417249" y="5365110"/>
            <a:ext cx="8846032" cy="1284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905" tIns="42951" rIns="85905" bIns="42951" anchor="ctr">
            <a:spAutoFit/>
          </a:bodyPr>
          <a:lstStyle>
            <a:lvl1pPr marL="0" indent="0" algn="ctr">
              <a:buFont typeface="Arial" charset="0"/>
              <a:buNone/>
              <a:defRPr kumimoji="1" lang="en-US" altLang="zh-TW" sz="5189" b="0" kern="1200" dirty="0" smtClean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</a:defRPr>
            </a:lvl1pPr>
            <a:lvl2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2pPr>
            <a:lvl3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3pPr>
            <a:lvl4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4pPr>
            <a:lvl5pPr>
              <a:defRPr lang="zh-TW" altLang="en-US" sz="4890" b="1" kern="1200" dirty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5pPr>
          </a:lstStyle>
          <a:p>
            <a:pPr lvl="0"/>
            <a:r>
              <a:rPr lang="zh-CN" altLang="en-US" dirty="0"/>
              <a:t>副標</a:t>
            </a:r>
            <a:endParaRPr lang="zh-TW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11BA71-52DF-498D-BD5D-B01A09515226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24213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518239360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標題+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68302" y="1"/>
            <a:ext cx="12027482" cy="1203293"/>
          </a:xfrm>
          <a:prstGeom prst="rect">
            <a:avLst/>
          </a:prstGeom>
        </p:spPr>
        <p:txBody>
          <a:bodyPr vert="horz"/>
          <a:lstStyle>
            <a:lvl1pPr>
              <a:lnSpc>
                <a:spcPct val="100000"/>
              </a:lnSpc>
              <a:defRPr kumimoji="1" lang="en-US" altLang="en-US" sz="6337" b="0" i="0" kern="120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>
          <a:xfrm>
            <a:off x="992238" y="1276763"/>
            <a:ext cx="12169352" cy="6768752"/>
          </a:xfr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 sz="5189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>
              <a:defRPr sz="5189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>
              <a:defRPr sz="5189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>
              <a:defRPr sz="5189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74A4AC9-1A8D-4CCA-882C-C5E43E38C70F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27401675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D34057-1750-4703-AA8B-95B34610EC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1186" y="231404"/>
            <a:ext cx="12027482" cy="1203293"/>
          </a:xfrm>
          <a:prstGeom prst="rect">
            <a:avLst/>
          </a:prstGeom>
        </p:spPr>
        <p:txBody>
          <a:bodyPr vert="horz"/>
          <a:lstStyle>
            <a:lvl1pPr>
              <a:lnSpc>
                <a:spcPct val="100000"/>
              </a:lnSpc>
              <a:defRPr kumimoji="1" lang="en-US" altLang="en-US" sz="6337" b="0" i="0" kern="1200" dirty="0">
                <a:solidFill>
                  <a:schemeClr val="tx1"/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6EFC36D-B40F-4BC1-AF4C-5ABE4080A574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8715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3068350966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Content Placeholder 10">
            <a:extLst>
              <a:ext uri="{FF2B5EF4-FFF2-40B4-BE49-F238E27FC236}">
                <a16:creationId xmlns:a16="http://schemas.microsoft.com/office/drawing/2014/main" id="{1B012383-07DE-487F-B7A6-EF4A43D09494}"/>
              </a:ext>
            </a:extLst>
          </p:cNvPr>
          <p:cNvSpPr>
            <a:spLocks noGrp="1"/>
          </p:cNvSpPr>
          <p:nvPr>
            <p:ph orient="vert" sz="quarter" idx="13" hasCustomPrompt="1"/>
          </p:nvPr>
        </p:nvSpPr>
        <p:spPr>
          <a:xfrm>
            <a:off x="1223024" y="1334559"/>
            <a:ext cx="12355644" cy="970715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411436" indent="-411436" algn="l">
              <a:lnSpc>
                <a:spcPct val="110000"/>
              </a:lnSpc>
              <a:spcBef>
                <a:spcPts val="0"/>
              </a:spcBef>
              <a:buClr>
                <a:schemeClr val="tx1">
                  <a:lumMod val="95000"/>
                </a:schemeClr>
              </a:buClr>
              <a:buSzPct val="120000"/>
              <a:buFont typeface="Arial" panose="020B0604020202020204" pitchFamily="34" charset="0"/>
              <a:buChar char="•"/>
              <a:defRPr lang="en-SG" sz="5189" b="0" i="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2E75E7E-C625-48BE-BF28-C938EE51D49A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29697" y="233585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3245595000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文+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88183" y="1805560"/>
            <a:ext cx="7705025" cy="5133545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插入照片</a:t>
            </a:r>
            <a:endParaRPr lang="zh-TW" altLang="en-US" dirty="0"/>
          </a:p>
        </p:txBody>
      </p:sp>
      <p:sp>
        <p:nvSpPr>
          <p:cNvPr id="6" name="Vertical Content Placeholder 10"/>
          <p:cNvSpPr>
            <a:spLocks noGrp="1"/>
          </p:cNvSpPr>
          <p:nvPr>
            <p:ph orient="vert" sz="quarter" idx="13" hasCustomPrompt="1"/>
          </p:nvPr>
        </p:nvSpPr>
        <p:spPr>
          <a:xfrm>
            <a:off x="12259344" y="203624"/>
            <a:ext cx="1382494" cy="7413910"/>
          </a:xfrm>
          <a:prstGeom prst="rect">
            <a:avLst/>
          </a:prstGeom>
        </p:spPr>
        <p:txBody>
          <a:bodyPr vert="eaVert">
            <a:spAutoFit/>
          </a:bodyPr>
          <a:lstStyle>
            <a:lvl1pPr marL="293769" indent="-293769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lang="en-SG" sz="5189" b="0" i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14D9D05-D463-4BB1-AAF8-EBB8F04AD663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4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103275647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13" descr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284" y="6855552"/>
            <a:ext cx="3071079" cy="123119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內文層級一…"/>
          <p:cNvSpPr txBox="1">
            <a:spLocks noGrp="1"/>
          </p:cNvSpPr>
          <p:nvPr>
            <p:ph type="body" sz="half" idx="1"/>
          </p:nvPr>
        </p:nvSpPr>
        <p:spPr>
          <a:xfrm>
            <a:off x="689773" y="1886907"/>
            <a:ext cx="6092959" cy="5336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647"/>
              </a:spcBef>
              <a:defRPr sz="2957"/>
            </a:lvl1pPr>
            <a:lvl2pPr marL="990149" indent="-412563">
              <a:spcBef>
                <a:spcPts val="647"/>
              </a:spcBef>
              <a:defRPr sz="2957"/>
            </a:lvl2pPr>
            <a:lvl3pPr marL="1556976" indent="-401800">
              <a:spcBef>
                <a:spcPts val="647"/>
              </a:spcBef>
              <a:defRPr sz="2957"/>
            </a:lvl3pPr>
            <a:lvl4pPr marL="2172830" indent="-440067">
              <a:spcBef>
                <a:spcPts val="647"/>
              </a:spcBef>
              <a:defRPr sz="2957"/>
            </a:lvl4pPr>
            <a:lvl5pPr marL="2750420" indent="-440067">
              <a:spcBef>
                <a:spcPts val="647"/>
              </a:spcBef>
              <a:defRPr sz="2957"/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9C7F0CF-7D97-436D-95DE-7EF3A54E126D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3385140421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Picture 13" descr="Picture 13"/>
          <p:cNvPicPr>
            <a:picLocks noChangeAspect="1"/>
          </p:cNvPicPr>
          <p:nvPr/>
        </p:nvPicPr>
        <p:blipFill>
          <a:blip r:embed="rId2"/>
          <a:srcRect l="8305" r="31175" b="48375"/>
          <a:stretch>
            <a:fillRect/>
          </a:stretch>
        </p:blipFill>
        <p:spPr>
          <a:xfrm>
            <a:off x="-134950" y="6856325"/>
            <a:ext cx="3072169" cy="1230419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A7715043-211D-441A-93F0-FE7687197F7B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1287286718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9CF23B-7426-4BF5-BD85-8BF86DD2F46F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3636285158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635A99-1BB6-4878-BB67-322BE2DC6870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556729770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62DD493-3BFF-4098-9067-D4C6AAB98531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740574078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912919-90AF-400F-B211-3C1C8B93E662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1314261446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24473" y="686326"/>
            <a:ext cx="3829676" cy="6888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85905" tIns="42951" rIns="85905" bIns="42951" anchor="ctr"/>
          <a:lstStyle>
            <a:lvl1pPr>
              <a:lnSpc>
                <a:spcPct val="100000"/>
              </a:lnSpc>
              <a:defRPr kumimoji="1" lang="zh-TW" altLang="en-US" sz="6914" b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pPr lvl="0"/>
            <a:r>
              <a:rPr lang="zh-CN" altLang="en-US" dirty="0"/>
              <a:t>標題</a:t>
            </a:r>
            <a:endParaRPr lang="zh-TW" altLang="en-US" dirty="0"/>
          </a:p>
        </p:txBody>
      </p:sp>
      <p:sp>
        <p:nvSpPr>
          <p:cNvPr id="10" name="Vertical Text Placeholder 8"/>
          <p:cNvSpPr>
            <a:spLocks noGrp="1"/>
          </p:cNvSpPr>
          <p:nvPr>
            <p:ph type="body" orient="vert" sz="quarter" idx="11" hasCustomPrompt="1"/>
          </p:nvPr>
        </p:nvSpPr>
        <p:spPr>
          <a:xfrm>
            <a:off x="10981563" y="220973"/>
            <a:ext cx="1370354" cy="7731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85905" tIns="42951" rIns="85905" bIns="42951" anchor="ctr">
            <a:spAutoFit/>
          </a:bodyPr>
          <a:lstStyle>
            <a:lvl1pPr marL="0" indent="0">
              <a:buFont typeface="Arial" charset="0"/>
              <a:buNone/>
              <a:defRPr kumimoji="1" lang="en-US" altLang="zh-TW" sz="5185" b="0" kern="1200" dirty="0" smtClean="0">
                <a:solidFill>
                  <a:srgbClr val="D9D9D9"/>
                </a:solidFill>
                <a:latin typeface="DFKai-SB" panose="03000509000000000000"/>
                <a:ea typeface="DFKai-SB" panose="03000509000000000000"/>
              </a:defRPr>
            </a:lvl1pPr>
            <a:lvl2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2pPr>
            <a:lvl3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3pPr>
            <a:lvl4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4pPr>
            <a:lvl5pPr>
              <a:defRPr lang="zh-TW" altLang="en-US" sz="4890" b="1" kern="1200" dirty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5pPr>
          </a:lstStyle>
          <a:p>
            <a:pPr lvl="0"/>
            <a:r>
              <a:rPr lang="zh-CN" altLang="en-US" dirty="0"/>
              <a:t>年月日</a:t>
            </a:r>
            <a:endParaRPr lang="zh-TW" altLang="en-US" dirty="0"/>
          </a:p>
        </p:txBody>
      </p:sp>
      <p:sp>
        <p:nvSpPr>
          <p:cNvPr id="11" name="Vertical Text Placeholder 10"/>
          <p:cNvSpPr>
            <a:spLocks noGrp="1"/>
          </p:cNvSpPr>
          <p:nvPr>
            <p:ph type="body" orient="vert" sz="quarter" idx="12" hasCustomPrompt="1"/>
          </p:nvPr>
        </p:nvSpPr>
        <p:spPr>
          <a:xfrm>
            <a:off x="1996376" y="1096851"/>
            <a:ext cx="958921" cy="6477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85905" tIns="42951" rIns="85905" bIns="42951" anchor="ctr"/>
          <a:lstStyle>
            <a:lvl1pPr marL="0" indent="0" algn="r">
              <a:buNone/>
              <a:defRPr kumimoji="1" lang="en-US" altLang="zh-TW" sz="5186" b="0" kern="1200" smtClean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</a:defRPr>
            </a:lvl1pPr>
            <a:lvl2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2pPr>
            <a:lvl3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3pPr>
            <a:lvl4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4pPr>
            <a:lvl5pPr>
              <a:defRPr lang="zh-TW" altLang="en-US" sz="4890" b="1" kern="1200" dirty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5pPr>
          </a:lstStyle>
          <a:p>
            <a:pPr lvl="0"/>
            <a:r>
              <a:rPr lang="zh-CN" altLang="en-US" dirty="0"/>
              <a:t>共幾項議題</a:t>
            </a:r>
            <a:endParaRPr lang="zh-TW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F9DD6EF-5A6F-4186-A0CB-19F5D0A656B6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34201" y="2093591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674148680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+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Vertical Content Placeholder 10"/>
          <p:cNvSpPr>
            <a:spLocks noGrp="1"/>
          </p:cNvSpPr>
          <p:nvPr>
            <p:ph orient="vert" sz="quarter" idx="13" hasCustomPrompt="1"/>
          </p:nvPr>
        </p:nvSpPr>
        <p:spPr>
          <a:xfrm>
            <a:off x="10623547" y="261273"/>
            <a:ext cx="1514774" cy="7677339"/>
          </a:xfrm>
          <a:prstGeom prst="rect">
            <a:avLst/>
          </a:prstGeom>
        </p:spPr>
        <p:txBody>
          <a:bodyPr vert="eaVert" wrap="square">
            <a:spAutoFit/>
          </a:bodyPr>
          <a:lstStyle>
            <a:lvl1pPr marL="411436" indent="-411436" algn="l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lang="en-SG" sz="5762" b="0" i="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20451" y="261274"/>
            <a:ext cx="1201241" cy="7677339"/>
          </a:xfrm>
          <a:prstGeom prst="rect">
            <a:avLst/>
          </a:prstGeom>
        </p:spPr>
        <p:txBody>
          <a:bodyPr vert="eaVert"/>
          <a:lstStyle>
            <a:lvl1pPr>
              <a:lnSpc>
                <a:spcPct val="100000"/>
              </a:lnSpc>
              <a:defRPr kumimoji="1" lang="en-US" altLang="en-US" sz="6337" b="0" i="0" kern="120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29F833F-3377-40A5-89B5-C9A162C61863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6810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405910079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2220449" y="261274"/>
            <a:ext cx="1201241" cy="7651949"/>
          </a:xfrm>
          <a:prstGeom prst="rect">
            <a:avLst/>
          </a:prstGeom>
        </p:spPr>
        <p:txBody>
          <a:bodyPr vert="eaVert"/>
          <a:lstStyle>
            <a:lvl1pPr>
              <a:lnSpc>
                <a:spcPct val="100000"/>
              </a:lnSpc>
              <a:defRPr kumimoji="1" lang="en-US" altLang="en-US" sz="6337" b="0" i="0" kern="120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6F9ED39-03B4-4603-A5A6-E6F6AE0FBBC7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2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32160699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rtical Content Placeholder 10"/>
          <p:cNvSpPr>
            <a:spLocks noGrp="1"/>
          </p:cNvSpPr>
          <p:nvPr>
            <p:ph orient="vert" sz="quarter" idx="13" hasCustomPrompt="1"/>
          </p:nvPr>
        </p:nvSpPr>
        <p:spPr>
          <a:xfrm>
            <a:off x="12127065" y="203624"/>
            <a:ext cx="1514774" cy="7413910"/>
          </a:xfrm>
          <a:prstGeom prst="rect">
            <a:avLst/>
          </a:prstGeom>
        </p:spPr>
        <p:txBody>
          <a:bodyPr vert="eaVert" wrap="square">
            <a:spAutoFit/>
          </a:bodyPr>
          <a:lstStyle>
            <a:lvl1pPr marL="293769" indent="-293769" algn="l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lang="en-SG" sz="5762" b="0" i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80E3B11-A7FE-43E4-B475-D5730C9602F2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2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915981809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4F2DAC-12B1-4727-8221-0EDC1B634B96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17750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856168928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首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946643" y="2698334"/>
            <a:ext cx="7787246" cy="1434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85905" tIns="42951" rIns="85905" bIns="42951" anchor="ctr"/>
          <a:lstStyle>
            <a:lvl1pPr algn="ctr">
              <a:lnSpc>
                <a:spcPct val="100000"/>
              </a:lnSpc>
              <a:defRPr kumimoji="1" lang="zh-TW" altLang="en-US" sz="6914" b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pPr lvl="0"/>
            <a:r>
              <a:rPr lang="zh-CN" altLang="en-US" dirty="0"/>
              <a:t>標題</a:t>
            </a:r>
            <a:endParaRPr lang="zh-TW" altLang="en-US" dirty="0"/>
          </a:p>
        </p:txBody>
      </p:sp>
      <p:sp>
        <p:nvSpPr>
          <p:cNvPr id="10" name="Vertical Text Placeholder 8"/>
          <p:cNvSpPr>
            <a:spLocks noGrp="1"/>
          </p:cNvSpPr>
          <p:nvPr>
            <p:ph type="body" orient="vert" sz="quarter" idx="11" hasCustomPrompt="1"/>
          </p:nvPr>
        </p:nvSpPr>
        <p:spPr>
          <a:xfrm>
            <a:off x="2417249" y="5365110"/>
            <a:ext cx="8846032" cy="1284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905" tIns="42951" rIns="85905" bIns="42951" anchor="ctr">
            <a:spAutoFit/>
          </a:bodyPr>
          <a:lstStyle>
            <a:lvl1pPr marL="0" indent="0" algn="ctr">
              <a:buFont typeface="Arial" charset="0"/>
              <a:buNone/>
              <a:defRPr kumimoji="1" lang="en-US" altLang="zh-TW" sz="5189" b="0" kern="1200" dirty="0" smtClean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</a:defRPr>
            </a:lvl1pPr>
            <a:lvl2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2pPr>
            <a:lvl3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3pPr>
            <a:lvl4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4pPr>
            <a:lvl5pPr>
              <a:defRPr lang="zh-TW" altLang="en-US" sz="4890" b="1" kern="1200" dirty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5pPr>
          </a:lstStyle>
          <a:p>
            <a:pPr lvl="0"/>
            <a:r>
              <a:rPr lang="zh-CN" altLang="en-US" dirty="0"/>
              <a:t>副標</a:t>
            </a:r>
            <a:endParaRPr lang="zh-TW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11BA71-52DF-498D-BD5D-B01A09515226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24213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33273290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標題+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68302" y="1"/>
            <a:ext cx="12027482" cy="1203293"/>
          </a:xfrm>
          <a:prstGeom prst="rect">
            <a:avLst/>
          </a:prstGeom>
        </p:spPr>
        <p:txBody>
          <a:bodyPr vert="horz"/>
          <a:lstStyle>
            <a:lvl1pPr>
              <a:lnSpc>
                <a:spcPct val="100000"/>
              </a:lnSpc>
              <a:defRPr kumimoji="1" lang="en-US" altLang="en-US" sz="6337" b="0" i="0" kern="120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>
          <a:xfrm>
            <a:off x="992238" y="1276763"/>
            <a:ext cx="12169352" cy="6768752"/>
          </a:xfr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 sz="5189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>
              <a:defRPr sz="5189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>
              <a:defRPr sz="5189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>
              <a:defRPr sz="5189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74A4AC9-1A8D-4CCA-882C-C5E43E38C70F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4180962726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D34057-1750-4703-AA8B-95B34610EC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1186" y="231404"/>
            <a:ext cx="12027482" cy="1203293"/>
          </a:xfrm>
          <a:prstGeom prst="rect">
            <a:avLst/>
          </a:prstGeom>
        </p:spPr>
        <p:txBody>
          <a:bodyPr vert="horz"/>
          <a:lstStyle>
            <a:lvl1pPr>
              <a:lnSpc>
                <a:spcPct val="100000"/>
              </a:lnSpc>
              <a:defRPr kumimoji="1" lang="en-US" altLang="en-US" sz="6337" b="0" i="0" kern="1200" dirty="0">
                <a:solidFill>
                  <a:schemeClr val="tx1"/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6EFC36D-B40F-4BC1-AF4C-5ABE4080A574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8715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82344722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Content Placeholder 10">
            <a:extLst>
              <a:ext uri="{FF2B5EF4-FFF2-40B4-BE49-F238E27FC236}">
                <a16:creationId xmlns:a16="http://schemas.microsoft.com/office/drawing/2014/main" id="{1B012383-07DE-487F-B7A6-EF4A43D09494}"/>
              </a:ext>
            </a:extLst>
          </p:cNvPr>
          <p:cNvSpPr>
            <a:spLocks noGrp="1"/>
          </p:cNvSpPr>
          <p:nvPr>
            <p:ph orient="vert" sz="quarter" idx="13" hasCustomPrompt="1"/>
          </p:nvPr>
        </p:nvSpPr>
        <p:spPr>
          <a:xfrm>
            <a:off x="1223024" y="1334559"/>
            <a:ext cx="12355644" cy="970715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411436" indent="-411436" algn="l">
              <a:lnSpc>
                <a:spcPct val="110000"/>
              </a:lnSpc>
              <a:spcBef>
                <a:spcPts val="0"/>
              </a:spcBef>
              <a:buClr>
                <a:schemeClr val="tx1">
                  <a:lumMod val="95000"/>
                </a:schemeClr>
              </a:buClr>
              <a:buSzPct val="120000"/>
              <a:buFont typeface="Arial" panose="020B0604020202020204" pitchFamily="34" charset="0"/>
              <a:buChar char="•"/>
              <a:defRPr lang="en-SG" sz="5189" b="0" i="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2E75E7E-C625-48BE-BF28-C938EE51D49A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29697" y="233585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760618083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文+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88183" y="1805560"/>
            <a:ext cx="7705025" cy="5133545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插入照片</a:t>
            </a:r>
            <a:endParaRPr lang="zh-TW" altLang="en-US" dirty="0"/>
          </a:p>
        </p:txBody>
      </p:sp>
      <p:sp>
        <p:nvSpPr>
          <p:cNvPr id="6" name="Vertical Content Placeholder 10"/>
          <p:cNvSpPr>
            <a:spLocks noGrp="1"/>
          </p:cNvSpPr>
          <p:nvPr>
            <p:ph orient="vert" sz="quarter" idx="13" hasCustomPrompt="1"/>
          </p:nvPr>
        </p:nvSpPr>
        <p:spPr>
          <a:xfrm>
            <a:off x="12259344" y="203624"/>
            <a:ext cx="1382494" cy="7413910"/>
          </a:xfrm>
          <a:prstGeom prst="rect">
            <a:avLst/>
          </a:prstGeom>
        </p:spPr>
        <p:txBody>
          <a:bodyPr vert="eaVert">
            <a:spAutoFit/>
          </a:bodyPr>
          <a:lstStyle>
            <a:lvl1pPr marL="293769" indent="-293769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lang="en-SG" sz="5189" b="0" i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14D9D05-D463-4BB1-AAF8-EBB8F04AD663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4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969124694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排文字版面配置區 2"/>
          <p:cNvSpPr>
            <a:spLocks noGrp="1"/>
          </p:cNvSpPr>
          <p:nvPr>
            <p:ph type="body" orient="vert" sz="quarter" idx="13"/>
          </p:nvPr>
        </p:nvSpPr>
        <p:spPr>
          <a:xfrm>
            <a:off x="1280270" y="293390"/>
            <a:ext cx="11592768" cy="7344816"/>
          </a:xfrm>
        </p:spPr>
        <p:txBody>
          <a:bodyPr vert="eaVert"/>
          <a:lstStyle>
            <a:lvl1pPr>
              <a:defRPr sz="5189"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 sz="5189"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>
              <a:defRPr sz="5189"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>
              <a:defRPr sz="5189"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>
              <a:defRPr sz="5189"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F76965E-540B-4D18-9027-EDDE4E02799F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4" y="2165599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28047610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13" descr="Picture 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34284" y="6855552"/>
            <a:ext cx="3071079" cy="123119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內文層級一…"/>
          <p:cNvSpPr txBox="1">
            <a:spLocks noGrp="1"/>
          </p:cNvSpPr>
          <p:nvPr>
            <p:ph type="body" sz="half" idx="1"/>
          </p:nvPr>
        </p:nvSpPr>
        <p:spPr>
          <a:xfrm>
            <a:off x="689773" y="1886907"/>
            <a:ext cx="6092959" cy="5336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647"/>
              </a:spcBef>
              <a:defRPr sz="2957"/>
            </a:lvl1pPr>
            <a:lvl2pPr marL="990149" indent="-412563">
              <a:spcBef>
                <a:spcPts val="647"/>
              </a:spcBef>
              <a:defRPr sz="2957"/>
            </a:lvl2pPr>
            <a:lvl3pPr marL="1556976" indent="-401800">
              <a:spcBef>
                <a:spcPts val="647"/>
              </a:spcBef>
              <a:defRPr sz="2957"/>
            </a:lvl3pPr>
            <a:lvl4pPr marL="2172830" indent="-440067">
              <a:spcBef>
                <a:spcPts val="647"/>
              </a:spcBef>
              <a:defRPr sz="2957"/>
            </a:lvl4pPr>
            <a:lvl5pPr marL="2750420" indent="-440067">
              <a:spcBef>
                <a:spcPts val="647"/>
              </a:spcBef>
              <a:defRPr sz="2957"/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9C7F0CF-7D97-436D-95DE-7EF3A54E126D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182619151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Picture 13" descr="Picture 13"/>
          <p:cNvPicPr>
            <a:picLocks noChangeAspect="1"/>
          </p:cNvPicPr>
          <p:nvPr/>
        </p:nvPicPr>
        <p:blipFill>
          <a:blip r:embed="rId2">
            <a:extLst/>
          </a:blip>
          <a:srcRect l="8305" r="31175" b="48375"/>
          <a:stretch>
            <a:fillRect/>
          </a:stretch>
        </p:blipFill>
        <p:spPr>
          <a:xfrm>
            <a:off x="-134950" y="6856325"/>
            <a:ext cx="3072169" cy="1230419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A7715043-211D-441A-93F0-FE7687197F7B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388628040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9CF23B-7426-4BF5-BD85-8BF86DD2F46F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198055633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635A99-1BB6-4878-BB67-322BE2DC6870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711288267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62DD493-3BFF-4098-9067-D4C6AAB98531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3451507990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912919-90AF-400F-B211-3C1C8B93E662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562513310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5024473" y="686326"/>
            <a:ext cx="3829676" cy="6888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85905" tIns="42951" rIns="85905" bIns="42951" anchor="ctr"/>
          <a:lstStyle>
            <a:lvl1pPr>
              <a:lnSpc>
                <a:spcPct val="100000"/>
              </a:lnSpc>
              <a:defRPr kumimoji="1" lang="zh-TW" altLang="en-US" sz="6914" b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pPr lvl="0"/>
            <a:r>
              <a:rPr lang="zh-CN" altLang="en-US" dirty="0"/>
              <a:t>標題</a:t>
            </a:r>
            <a:endParaRPr lang="zh-TW" altLang="en-US" dirty="0"/>
          </a:p>
        </p:txBody>
      </p:sp>
      <p:sp>
        <p:nvSpPr>
          <p:cNvPr id="10" name="Vertical Text Placeholder 8"/>
          <p:cNvSpPr>
            <a:spLocks noGrp="1"/>
          </p:cNvSpPr>
          <p:nvPr>
            <p:ph type="body" orient="vert" sz="quarter" idx="11" hasCustomPrompt="1"/>
          </p:nvPr>
        </p:nvSpPr>
        <p:spPr>
          <a:xfrm>
            <a:off x="10981563" y="220973"/>
            <a:ext cx="1370354" cy="77315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85905" tIns="42951" rIns="85905" bIns="42951" anchor="ctr">
            <a:spAutoFit/>
          </a:bodyPr>
          <a:lstStyle>
            <a:lvl1pPr marL="0" indent="0">
              <a:buFont typeface="Arial" charset="0"/>
              <a:buNone/>
              <a:defRPr kumimoji="1" lang="en-US" altLang="zh-TW" sz="5185" b="0" kern="1200" dirty="0" smtClean="0">
                <a:solidFill>
                  <a:srgbClr val="D9D9D9"/>
                </a:solidFill>
                <a:latin typeface="DFKai-SB" panose="03000509000000000000"/>
                <a:ea typeface="DFKai-SB" panose="03000509000000000000"/>
              </a:defRPr>
            </a:lvl1pPr>
            <a:lvl2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2pPr>
            <a:lvl3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3pPr>
            <a:lvl4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4pPr>
            <a:lvl5pPr>
              <a:defRPr lang="zh-TW" altLang="en-US" sz="4890" b="1" kern="1200" dirty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5pPr>
          </a:lstStyle>
          <a:p>
            <a:pPr lvl="0"/>
            <a:r>
              <a:rPr lang="zh-CN" altLang="en-US" dirty="0"/>
              <a:t>年月日</a:t>
            </a:r>
            <a:endParaRPr lang="zh-TW" altLang="en-US" dirty="0"/>
          </a:p>
        </p:txBody>
      </p:sp>
      <p:sp>
        <p:nvSpPr>
          <p:cNvPr id="11" name="Vertical Text Placeholder 10"/>
          <p:cNvSpPr>
            <a:spLocks noGrp="1"/>
          </p:cNvSpPr>
          <p:nvPr>
            <p:ph type="body" orient="vert" sz="quarter" idx="12" hasCustomPrompt="1"/>
          </p:nvPr>
        </p:nvSpPr>
        <p:spPr>
          <a:xfrm>
            <a:off x="1996376" y="1096851"/>
            <a:ext cx="958921" cy="64778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85905" tIns="42951" rIns="85905" bIns="42951" anchor="ctr"/>
          <a:lstStyle>
            <a:lvl1pPr marL="0" indent="0" algn="r">
              <a:buNone/>
              <a:defRPr kumimoji="1" lang="en-US" altLang="zh-TW" sz="5186" b="0" kern="1200" smtClean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</a:defRPr>
            </a:lvl1pPr>
            <a:lvl2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2pPr>
            <a:lvl3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3pPr>
            <a:lvl4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4pPr>
            <a:lvl5pPr>
              <a:defRPr lang="zh-TW" altLang="en-US" sz="4890" b="1" kern="1200" dirty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5pPr>
          </a:lstStyle>
          <a:p>
            <a:pPr lvl="0"/>
            <a:r>
              <a:rPr lang="zh-CN" altLang="en-US" dirty="0"/>
              <a:t>共幾項議題</a:t>
            </a:r>
            <a:endParaRPr lang="zh-TW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F9DD6EF-5A6F-4186-A0CB-19F5D0A656B6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34201" y="2093591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873001310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+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Vertical Content Placeholder 10"/>
          <p:cNvSpPr>
            <a:spLocks noGrp="1"/>
          </p:cNvSpPr>
          <p:nvPr>
            <p:ph orient="vert" sz="quarter" idx="13" hasCustomPrompt="1"/>
          </p:nvPr>
        </p:nvSpPr>
        <p:spPr>
          <a:xfrm>
            <a:off x="10623547" y="261273"/>
            <a:ext cx="1514774" cy="7677339"/>
          </a:xfrm>
          <a:prstGeom prst="rect">
            <a:avLst/>
          </a:prstGeom>
        </p:spPr>
        <p:txBody>
          <a:bodyPr vert="eaVert" wrap="square">
            <a:spAutoFit/>
          </a:bodyPr>
          <a:lstStyle>
            <a:lvl1pPr marL="411436" indent="-411436" algn="l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lang="en-SG" sz="5762" b="0" i="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20451" y="261274"/>
            <a:ext cx="1201241" cy="7677339"/>
          </a:xfrm>
          <a:prstGeom prst="rect">
            <a:avLst/>
          </a:prstGeom>
        </p:spPr>
        <p:txBody>
          <a:bodyPr vert="eaVert"/>
          <a:lstStyle>
            <a:lvl1pPr>
              <a:lnSpc>
                <a:spcPct val="100000"/>
              </a:lnSpc>
              <a:defRPr kumimoji="1" lang="en-US" altLang="en-US" sz="6337" b="0" i="0" kern="120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29F833F-3377-40A5-89B5-C9A162C61863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6810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611083769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2220449" y="261274"/>
            <a:ext cx="1201241" cy="7651949"/>
          </a:xfrm>
          <a:prstGeom prst="rect">
            <a:avLst/>
          </a:prstGeom>
        </p:spPr>
        <p:txBody>
          <a:bodyPr vert="eaVert"/>
          <a:lstStyle>
            <a:lvl1pPr>
              <a:lnSpc>
                <a:spcPct val="100000"/>
              </a:lnSpc>
              <a:defRPr kumimoji="1" lang="en-US" altLang="en-US" sz="6337" b="0" i="0" kern="120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6F9ED39-03B4-4603-A5A6-E6F6AE0FBBC7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2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59715074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ertical Content Placeholder 10"/>
          <p:cNvSpPr>
            <a:spLocks noGrp="1"/>
          </p:cNvSpPr>
          <p:nvPr>
            <p:ph orient="vert" sz="quarter" idx="13" hasCustomPrompt="1"/>
          </p:nvPr>
        </p:nvSpPr>
        <p:spPr>
          <a:xfrm>
            <a:off x="12127065" y="203624"/>
            <a:ext cx="1514774" cy="7413910"/>
          </a:xfrm>
          <a:prstGeom prst="rect">
            <a:avLst/>
          </a:prstGeom>
        </p:spPr>
        <p:txBody>
          <a:bodyPr vert="eaVert" wrap="square">
            <a:spAutoFit/>
          </a:bodyPr>
          <a:lstStyle>
            <a:lvl1pPr marL="293769" indent="-293769" algn="l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lang="en-SG" sz="5762" b="0" i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80E3B11-A7FE-43E4-B475-D5730C9602F2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2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795555514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74F2DAC-12B1-4727-8221-0EDC1B634B96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17750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692173556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首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2946643" y="2698334"/>
            <a:ext cx="7787246" cy="1434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85905" tIns="42951" rIns="85905" bIns="42951" anchor="ctr"/>
          <a:lstStyle>
            <a:lvl1pPr algn="ctr">
              <a:lnSpc>
                <a:spcPct val="100000"/>
              </a:lnSpc>
              <a:defRPr kumimoji="1" lang="zh-TW" altLang="en-US" sz="6914" b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pPr lvl="0"/>
            <a:r>
              <a:rPr lang="zh-CN" altLang="en-US" dirty="0"/>
              <a:t>標題</a:t>
            </a:r>
            <a:endParaRPr lang="zh-TW" altLang="en-US" dirty="0"/>
          </a:p>
        </p:txBody>
      </p:sp>
      <p:sp>
        <p:nvSpPr>
          <p:cNvPr id="10" name="Vertical Text Placeholder 8"/>
          <p:cNvSpPr>
            <a:spLocks noGrp="1"/>
          </p:cNvSpPr>
          <p:nvPr>
            <p:ph type="body" orient="vert" sz="quarter" idx="11" hasCustomPrompt="1"/>
          </p:nvPr>
        </p:nvSpPr>
        <p:spPr>
          <a:xfrm>
            <a:off x="2417249" y="5365110"/>
            <a:ext cx="8846032" cy="12845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5905" tIns="42951" rIns="85905" bIns="42951" anchor="ctr">
            <a:spAutoFit/>
          </a:bodyPr>
          <a:lstStyle>
            <a:lvl1pPr marL="0" indent="0" algn="ctr">
              <a:buFont typeface="Arial" charset="0"/>
              <a:buNone/>
              <a:defRPr kumimoji="1" lang="en-US" altLang="zh-TW" sz="5189" b="0" kern="1200" dirty="0" smtClean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</a:defRPr>
            </a:lvl1pPr>
            <a:lvl2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2pPr>
            <a:lvl3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3pPr>
            <a:lvl4pPr>
              <a:defRPr lang="en-US" altLang="zh-TW" sz="4890" b="1" kern="1200" dirty="0" smtClean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4pPr>
            <a:lvl5pPr>
              <a:defRPr lang="zh-TW" altLang="en-US" sz="4890" b="1" kern="1200" dirty="0">
                <a:solidFill>
                  <a:schemeClr val="bg1"/>
                </a:solidFill>
                <a:latin typeface="Times New Roman" pitchFamily="18" charset="0"/>
                <a:ea typeface="新細明體" charset="-120"/>
                <a:cs typeface="+mn-cs"/>
              </a:defRPr>
            </a:lvl5pPr>
          </a:lstStyle>
          <a:p>
            <a:pPr lvl="0"/>
            <a:r>
              <a:rPr lang="zh-CN" altLang="en-US" dirty="0"/>
              <a:t>副標</a:t>
            </a:r>
            <a:endParaRPr lang="zh-TW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11BA71-52DF-498D-BD5D-B01A09515226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24213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957644740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標題+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68302" y="1"/>
            <a:ext cx="12027482" cy="1203293"/>
          </a:xfrm>
          <a:prstGeom prst="rect">
            <a:avLst/>
          </a:prstGeom>
        </p:spPr>
        <p:txBody>
          <a:bodyPr vert="horz"/>
          <a:lstStyle>
            <a:lvl1pPr>
              <a:lnSpc>
                <a:spcPct val="100000"/>
              </a:lnSpc>
              <a:defRPr kumimoji="1" lang="en-US" altLang="en-US" sz="6337" b="0" i="0" kern="120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5"/>
          </p:nvPr>
        </p:nvSpPr>
        <p:spPr>
          <a:xfrm>
            <a:off x="992238" y="1276763"/>
            <a:ext cx="12169352" cy="6768752"/>
          </a:xfr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 sz="5189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>
              <a:defRPr sz="5189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>
              <a:defRPr sz="5189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>
              <a:defRPr sz="5189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74A4AC9-1A8D-4CCA-882C-C5E43E38C70F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239579045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6D34057-1750-4703-AA8B-95B34610EC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1186" y="231404"/>
            <a:ext cx="12027482" cy="1203293"/>
          </a:xfrm>
          <a:prstGeom prst="rect">
            <a:avLst/>
          </a:prstGeom>
        </p:spPr>
        <p:txBody>
          <a:bodyPr vert="horz"/>
          <a:lstStyle>
            <a:lvl1pPr>
              <a:lnSpc>
                <a:spcPct val="100000"/>
              </a:lnSpc>
              <a:defRPr kumimoji="1" lang="en-US" altLang="en-US" sz="6337" b="0" i="0" kern="1200" dirty="0">
                <a:solidFill>
                  <a:schemeClr val="tx1"/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</a:lstStyle>
          <a:p>
            <a:r>
              <a:rPr lang="zh-CN" altLang="en-US" dirty="0"/>
              <a:t>標題</a:t>
            </a:r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6EFC36D-B40F-4BC1-AF4C-5ABE4080A574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8715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1433340941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橫式_內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Content Placeholder 10">
            <a:extLst>
              <a:ext uri="{FF2B5EF4-FFF2-40B4-BE49-F238E27FC236}">
                <a16:creationId xmlns:a16="http://schemas.microsoft.com/office/drawing/2014/main" id="{1B012383-07DE-487F-B7A6-EF4A43D09494}"/>
              </a:ext>
            </a:extLst>
          </p:cNvPr>
          <p:cNvSpPr>
            <a:spLocks noGrp="1"/>
          </p:cNvSpPr>
          <p:nvPr>
            <p:ph orient="vert" sz="quarter" idx="13" hasCustomPrompt="1"/>
          </p:nvPr>
        </p:nvSpPr>
        <p:spPr>
          <a:xfrm>
            <a:off x="1223024" y="1334559"/>
            <a:ext cx="12355644" cy="970715"/>
          </a:xfrm>
          <a:prstGeom prst="rect">
            <a:avLst/>
          </a:prstGeom>
        </p:spPr>
        <p:txBody>
          <a:bodyPr vert="horz" wrap="square">
            <a:spAutoFit/>
          </a:bodyPr>
          <a:lstStyle>
            <a:lvl1pPr marL="411436" indent="-411436" algn="l">
              <a:lnSpc>
                <a:spcPct val="110000"/>
              </a:lnSpc>
              <a:spcBef>
                <a:spcPts val="0"/>
              </a:spcBef>
              <a:buClr>
                <a:schemeClr val="tx1">
                  <a:lumMod val="95000"/>
                </a:schemeClr>
              </a:buClr>
              <a:buSzPct val="120000"/>
              <a:buFont typeface="Arial" panose="020B0604020202020204" pitchFamily="34" charset="0"/>
              <a:buChar char="•"/>
              <a:defRPr lang="en-SG" sz="5189" b="0" i="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2E75E7E-C625-48BE-BF28-C938EE51D49A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29697" y="233585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1969684310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內文+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88183" y="1805560"/>
            <a:ext cx="7705025" cy="5133545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>
                <a:solidFill>
                  <a:schemeClr val="bg1">
                    <a:lumMod val="8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插入照片</a:t>
            </a:r>
            <a:endParaRPr lang="zh-TW" altLang="en-US" dirty="0"/>
          </a:p>
        </p:txBody>
      </p:sp>
      <p:sp>
        <p:nvSpPr>
          <p:cNvPr id="6" name="Vertical Content Placeholder 10"/>
          <p:cNvSpPr>
            <a:spLocks noGrp="1"/>
          </p:cNvSpPr>
          <p:nvPr>
            <p:ph orient="vert" sz="quarter" idx="13" hasCustomPrompt="1"/>
          </p:nvPr>
        </p:nvSpPr>
        <p:spPr>
          <a:xfrm>
            <a:off x="12259344" y="203624"/>
            <a:ext cx="1382494" cy="7413910"/>
          </a:xfrm>
          <a:prstGeom prst="rect">
            <a:avLst/>
          </a:prstGeom>
        </p:spPr>
        <p:txBody>
          <a:bodyPr vert="eaVert">
            <a:spAutoFit/>
          </a:bodyPr>
          <a:lstStyle>
            <a:lvl1pPr marL="293769" indent="-293769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lang="en-SG" sz="5189" b="0" i="0" kern="120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>
              <a:lnSpc>
                <a:spcPct val="150000"/>
              </a:lnSpc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</a:lstStyle>
          <a:p>
            <a:pPr lvl="0"/>
            <a:r>
              <a:rPr lang="zh-CN" altLang="en-US" dirty="0"/>
              <a:t>內文</a:t>
            </a:r>
            <a:endParaRPr lang="zh-TW" alt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14D9D05-D463-4BB1-AAF8-EBB8F04AD663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4" y="22376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428632666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媒體版面配置區 7"/>
          <p:cNvSpPr>
            <a:spLocks noGrp="1"/>
          </p:cNvSpPr>
          <p:nvPr>
            <p:ph type="media" sz="quarter" idx="13"/>
          </p:nvPr>
        </p:nvSpPr>
        <p:spPr>
          <a:xfrm>
            <a:off x="2792439" y="2813671"/>
            <a:ext cx="9001125" cy="3671887"/>
          </a:xfrm>
        </p:spPr>
        <p:txBody>
          <a:bodyPr/>
          <a:lstStyle>
            <a:lvl1pPr>
              <a:defRPr sz="5189">
                <a:solidFill>
                  <a:schemeClr val="tx1">
                    <a:lumMod val="9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</a:lstStyle>
          <a:p>
            <a:endParaRPr lang="zh-TW" altLang="en-US" dirty="0"/>
          </a:p>
        </p:txBody>
      </p:sp>
      <p:sp>
        <p:nvSpPr>
          <p:cNvPr id="9" name="標題 8"/>
          <p:cNvSpPr>
            <a:spLocks noGrp="1"/>
          </p:cNvSpPr>
          <p:nvPr>
            <p:ph type="title"/>
          </p:nvPr>
        </p:nvSpPr>
        <p:spPr>
          <a:xfrm>
            <a:off x="1424286" y="149374"/>
            <a:ext cx="11898312" cy="156051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54E0CA5-3CAB-43AA-9E71-EBA91FC6919B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15873" y="2148080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699763802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13" descr="Picture 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34284" y="6855552"/>
            <a:ext cx="3071079" cy="1231191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內文層級一…"/>
          <p:cNvSpPr txBox="1">
            <a:spLocks noGrp="1"/>
          </p:cNvSpPr>
          <p:nvPr>
            <p:ph type="body" sz="half" idx="1"/>
          </p:nvPr>
        </p:nvSpPr>
        <p:spPr>
          <a:xfrm>
            <a:off x="689773" y="1886907"/>
            <a:ext cx="6092959" cy="533687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647"/>
              </a:spcBef>
              <a:defRPr sz="2957"/>
            </a:lvl1pPr>
            <a:lvl2pPr marL="990149" indent="-412563">
              <a:spcBef>
                <a:spcPts val="647"/>
              </a:spcBef>
              <a:defRPr sz="2957"/>
            </a:lvl2pPr>
            <a:lvl3pPr marL="1556976" indent="-401800">
              <a:spcBef>
                <a:spcPts val="647"/>
              </a:spcBef>
              <a:defRPr sz="2957"/>
            </a:lvl3pPr>
            <a:lvl4pPr marL="2172830" indent="-440067">
              <a:spcBef>
                <a:spcPts val="647"/>
              </a:spcBef>
              <a:defRPr sz="2957"/>
            </a:lvl4pPr>
            <a:lvl5pPr marL="2750420" indent="-440067">
              <a:spcBef>
                <a:spcPts val="647"/>
              </a:spcBef>
              <a:defRPr sz="2957"/>
            </a:lvl5pPr>
          </a:lstStyle>
          <a:p>
            <a:r>
              <a:t>內文層級一</a:t>
            </a:r>
          </a:p>
          <a:p>
            <a:pPr lvl="1"/>
            <a:r>
              <a:t>內文層級二</a:t>
            </a:r>
          </a:p>
          <a:p>
            <a:pPr lvl="2"/>
            <a:r>
              <a:t>內文層級三</a:t>
            </a:r>
          </a:p>
          <a:p>
            <a:pPr lvl="3"/>
            <a:r>
              <a:t>內文層級四</a:t>
            </a:r>
          </a:p>
          <a:p>
            <a:pPr lvl="4"/>
            <a:r>
              <a:t>內文層級五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9C7F0CF-7D97-436D-95DE-7EF3A54E126D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3392752940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Picture 13" descr="Picture 13"/>
          <p:cNvPicPr>
            <a:picLocks noChangeAspect="1"/>
          </p:cNvPicPr>
          <p:nvPr/>
        </p:nvPicPr>
        <p:blipFill>
          <a:blip r:embed="rId2">
            <a:extLst/>
          </a:blip>
          <a:srcRect l="8305" r="31175" b="48375"/>
          <a:stretch>
            <a:fillRect/>
          </a:stretch>
        </p:blipFill>
        <p:spPr>
          <a:xfrm>
            <a:off x="-134950" y="6856325"/>
            <a:ext cx="3072169" cy="1230419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A7715043-211D-441A-93F0-FE7687197F7B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57839937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49CF23B-7426-4BF5-BD85-8BF86DD2F46F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581501436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635A99-1BB6-4878-BB67-322BE2DC6870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3740468951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B62DD493-3BFF-4098-9067-D4C6AAB98531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187737870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8912919-90AF-400F-B211-3C1C8B93E662}"/>
              </a:ext>
            </a:extLst>
          </p:cNvPr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-2062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</p:spTree>
    <p:extLst>
      <p:ext uri="{BB962C8B-B14F-4D97-AF65-F5344CB8AC3E}">
        <p14:creationId xmlns:p14="http://schemas.microsoft.com/office/powerpoint/2010/main" val="2325036923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724224" y="1321634"/>
            <a:ext cx="10345341" cy="2811510"/>
          </a:xfrm>
        </p:spPr>
        <p:txBody>
          <a:bodyPr anchor="b"/>
          <a:lstStyle>
            <a:lvl1pPr algn="ctr">
              <a:defRPr sz="6788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724224" y="4241567"/>
            <a:ext cx="10345341" cy="1949737"/>
          </a:xfrm>
        </p:spPr>
        <p:txBody>
          <a:bodyPr/>
          <a:lstStyle>
            <a:lvl1pPr marL="0" indent="0" algn="ctr">
              <a:buNone/>
              <a:defRPr sz="2715"/>
            </a:lvl1pPr>
            <a:lvl2pPr marL="517276" indent="0" algn="ctr">
              <a:buNone/>
              <a:defRPr sz="2263"/>
            </a:lvl2pPr>
            <a:lvl3pPr marL="1034552" indent="0" algn="ctr">
              <a:buNone/>
              <a:defRPr sz="2037"/>
            </a:lvl3pPr>
            <a:lvl4pPr marL="1551828" indent="0" algn="ctr">
              <a:buNone/>
              <a:defRPr sz="1810"/>
            </a:lvl4pPr>
            <a:lvl5pPr marL="2069104" indent="0" algn="ctr">
              <a:buNone/>
              <a:defRPr sz="1810"/>
            </a:lvl5pPr>
            <a:lvl6pPr marL="2586380" indent="0" algn="ctr">
              <a:buNone/>
              <a:defRPr sz="1810"/>
            </a:lvl6pPr>
            <a:lvl7pPr marL="3103656" indent="0" algn="ctr">
              <a:buNone/>
              <a:defRPr sz="1810"/>
            </a:lvl7pPr>
            <a:lvl8pPr marL="3620933" indent="0" algn="ctr">
              <a:buNone/>
              <a:defRPr sz="1810"/>
            </a:lvl8pPr>
            <a:lvl9pPr marL="4138209" indent="0" algn="ctr">
              <a:buNone/>
              <a:defRPr sz="181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defTabSz="1034552">
              <a:buClrTx/>
            </a:pPr>
            <a:endParaRPr lang="en-US" altLang="zh-TW" sz="2037" kern="1200">
              <a:solidFill>
                <a:srgbClr val="FFFFFF"/>
              </a:solidFill>
              <a:latin typeface="Times New Roman"/>
              <a:ea typeface="DFKai-SB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defTabSz="1034552">
              <a:buClrTx/>
            </a:pPr>
            <a:endParaRPr lang="en-US" altLang="zh-TW" sz="2037" kern="1200">
              <a:solidFill>
                <a:srgbClr val="FFFFFF"/>
              </a:solidFill>
              <a:latin typeface="Times New Roman"/>
              <a:ea typeface="DFKai-SB"/>
              <a:cs typeface="+mn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F7C7D2-B08A-4B6A-A383-01FDB5DE6DCA}" type="slidenum">
              <a:rPr lang="en-US" altLang="zh-TW" kern="1200" smtClean="0"/>
              <a:pPr/>
              <a:t>‹#›</a:t>
            </a:fld>
            <a:endParaRPr lang="en-US" altLang="zh-TW" kern="1200"/>
          </a:p>
        </p:txBody>
      </p:sp>
    </p:spTree>
    <p:extLst>
      <p:ext uri="{BB962C8B-B14F-4D97-AF65-F5344CB8AC3E}">
        <p14:creationId xmlns:p14="http://schemas.microsoft.com/office/powerpoint/2010/main" val="3819650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slideLayout" Target="../slideLayouts/slideLayout46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slideLayout" Target="../slideLayouts/slideLayout60.xml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59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49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slideLayout" Target="../slideLayouts/slideLayout6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5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17" Type="http://schemas.openxmlformats.org/officeDocument/2006/relationships/theme" Target="../theme/theme5.xml"/><Relationship Id="rId2" Type="http://schemas.openxmlformats.org/officeDocument/2006/relationships/slideLayout" Target="../slideLayouts/slideLayout64.xml"/><Relationship Id="rId16" Type="http://schemas.openxmlformats.org/officeDocument/2006/relationships/slideLayout" Target="../slideLayouts/slideLayout78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6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6.xml"/><Relationship Id="rId13" Type="http://schemas.openxmlformats.org/officeDocument/2006/relationships/slideLayout" Target="../slideLayouts/slideLayout91.xml"/><Relationship Id="rId18" Type="http://schemas.openxmlformats.org/officeDocument/2006/relationships/slideLayout" Target="../slideLayouts/slideLayout96.xml"/><Relationship Id="rId3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0.xml"/><Relationship Id="rId17" Type="http://schemas.openxmlformats.org/officeDocument/2006/relationships/slideLayout" Target="../slideLayouts/slideLayout95.xml"/><Relationship Id="rId2" Type="http://schemas.openxmlformats.org/officeDocument/2006/relationships/slideLayout" Target="../slideLayouts/slideLayout80.xml"/><Relationship Id="rId16" Type="http://schemas.openxmlformats.org/officeDocument/2006/relationships/slideLayout" Target="../slideLayouts/slideLayout94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79.xml"/><Relationship Id="rId6" Type="http://schemas.openxmlformats.org/officeDocument/2006/relationships/slideLayout" Target="../slideLayouts/slideLayout84.xml"/><Relationship Id="rId11" Type="http://schemas.openxmlformats.org/officeDocument/2006/relationships/slideLayout" Target="../slideLayouts/slideLayout89.xml"/><Relationship Id="rId5" Type="http://schemas.openxmlformats.org/officeDocument/2006/relationships/slideLayout" Target="../slideLayouts/slideLayout83.xml"/><Relationship Id="rId1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88.xml"/><Relationship Id="rId19" Type="http://schemas.openxmlformats.org/officeDocument/2006/relationships/theme" Target="../theme/theme6.xml"/><Relationship Id="rId4" Type="http://schemas.openxmlformats.org/officeDocument/2006/relationships/slideLayout" Target="../slideLayouts/slideLayout82.xml"/><Relationship Id="rId9" Type="http://schemas.openxmlformats.org/officeDocument/2006/relationships/slideLayout" Target="../slideLayouts/slideLayout87.xml"/><Relationship Id="rId14" Type="http://schemas.openxmlformats.org/officeDocument/2006/relationships/slideLayout" Target="../slideLayouts/slideLayout92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slideLayout" Target="../slideLayouts/slideLayout109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17" Type="http://schemas.openxmlformats.org/officeDocument/2006/relationships/theme" Target="../theme/theme7.xml"/><Relationship Id="rId2" Type="http://schemas.openxmlformats.org/officeDocument/2006/relationships/slideLayout" Target="../slideLayouts/slideLayout98.xml"/><Relationship Id="rId16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5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14" Type="http://schemas.openxmlformats.org/officeDocument/2006/relationships/slideLayout" Target="../slideLayouts/slideLayout110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0.xml"/><Relationship Id="rId13" Type="http://schemas.openxmlformats.org/officeDocument/2006/relationships/slideLayout" Target="../slideLayouts/slideLayout125.xml"/><Relationship Id="rId18" Type="http://schemas.openxmlformats.org/officeDocument/2006/relationships/theme" Target="../theme/theme8.xml"/><Relationship Id="rId3" Type="http://schemas.openxmlformats.org/officeDocument/2006/relationships/slideLayout" Target="../slideLayouts/slideLayout115.xml"/><Relationship Id="rId7" Type="http://schemas.openxmlformats.org/officeDocument/2006/relationships/slideLayout" Target="../slideLayouts/slideLayout119.xml"/><Relationship Id="rId12" Type="http://schemas.openxmlformats.org/officeDocument/2006/relationships/slideLayout" Target="../slideLayouts/slideLayout124.xml"/><Relationship Id="rId17" Type="http://schemas.openxmlformats.org/officeDocument/2006/relationships/slideLayout" Target="../slideLayouts/slideLayout129.xml"/><Relationship Id="rId2" Type="http://schemas.openxmlformats.org/officeDocument/2006/relationships/slideLayout" Target="../slideLayouts/slideLayout114.xml"/><Relationship Id="rId16" Type="http://schemas.openxmlformats.org/officeDocument/2006/relationships/slideLayout" Target="../slideLayouts/slideLayout128.xml"/><Relationship Id="rId1" Type="http://schemas.openxmlformats.org/officeDocument/2006/relationships/slideLayout" Target="../slideLayouts/slideLayout113.xml"/><Relationship Id="rId6" Type="http://schemas.openxmlformats.org/officeDocument/2006/relationships/slideLayout" Target="../slideLayouts/slideLayout118.xml"/><Relationship Id="rId11" Type="http://schemas.openxmlformats.org/officeDocument/2006/relationships/slideLayout" Target="../slideLayouts/slideLayout123.xml"/><Relationship Id="rId5" Type="http://schemas.openxmlformats.org/officeDocument/2006/relationships/slideLayout" Target="../slideLayouts/slideLayout117.xml"/><Relationship Id="rId15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22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116.xml"/><Relationship Id="rId9" Type="http://schemas.openxmlformats.org/officeDocument/2006/relationships/slideLayout" Target="../slideLayouts/slideLayout121.xml"/><Relationship Id="rId14" Type="http://schemas.openxmlformats.org/officeDocument/2006/relationships/slideLayout" Target="../slideLayouts/slideLayout126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7.xml"/><Relationship Id="rId13" Type="http://schemas.openxmlformats.org/officeDocument/2006/relationships/slideLayout" Target="../slideLayouts/slideLayout142.xml"/><Relationship Id="rId18" Type="http://schemas.openxmlformats.org/officeDocument/2006/relationships/slideLayout" Target="../slideLayouts/slideLayout147.xml"/><Relationship Id="rId3" Type="http://schemas.openxmlformats.org/officeDocument/2006/relationships/slideLayout" Target="../slideLayouts/slideLayout132.xml"/><Relationship Id="rId7" Type="http://schemas.openxmlformats.org/officeDocument/2006/relationships/slideLayout" Target="../slideLayouts/slideLayout136.xml"/><Relationship Id="rId12" Type="http://schemas.openxmlformats.org/officeDocument/2006/relationships/slideLayout" Target="../slideLayouts/slideLayout141.xml"/><Relationship Id="rId17" Type="http://schemas.openxmlformats.org/officeDocument/2006/relationships/slideLayout" Target="../slideLayouts/slideLayout146.xml"/><Relationship Id="rId2" Type="http://schemas.openxmlformats.org/officeDocument/2006/relationships/slideLayout" Target="../slideLayouts/slideLayout131.xml"/><Relationship Id="rId16" Type="http://schemas.openxmlformats.org/officeDocument/2006/relationships/slideLayout" Target="../slideLayouts/slideLayout145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30.xml"/><Relationship Id="rId6" Type="http://schemas.openxmlformats.org/officeDocument/2006/relationships/slideLayout" Target="../slideLayouts/slideLayout135.xml"/><Relationship Id="rId11" Type="http://schemas.openxmlformats.org/officeDocument/2006/relationships/slideLayout" Target="../slideLayouts/slideLayout140.xml"/><Relationship Id="rId5" Type="http://schemas.openxmlformats.org/officeDocument/2006/relationships/slideLayout" Target="../slideLayouts/slideLayout134.xml"/><Relationship Id="rId15" Type="http://schemas.openxmlformats.org/officeDocument/2006/relationships/slideLayout" Target="../slideLayouts/slideLayout144.xml"/><Relationship Id="rId10" Type="http://schemas.openxmlformats.org/officeDocument/2006/relationships/slideLayout" Target="../slideLayouts/slideLayout139.xml"/><Relationship Id="rId19" Type="http://schemas.openxmlformats.org/officeDocument/2006/relationships/theme" Target="../theme/theme9.xml"/><Relationship Id="rId4" Type="http://schemas.openxmlformats.org/officeDocument/2006/relationships/slideLayout" Target="../slideLayouts/slideLayout133.xml"/><Relationship Id="rId9" Type="http://schemas.openxmlformats.org/officeDocument/2006/relationships/slideLayout" Target="../slideLayouts/slideLayout138.xml"/><Relationship Id="rId14" Type="http://schemas.openxmlformats.org/officeDocument/2006/relationships/slideLayout" Target="../slideLayouts/slideLayout1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8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704850" y="293687"/>
            <a:ext cx="12415837" cy="1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0" b="0" i="0" u="none" strike="noStrike" cap="none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0" b="0" i="0" u="none" strike="noStrike" cap="none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0" b="0" i="0" u="none" strike="noStrike" cap="none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0" b="0" i="0" u="none" strike="noStrike" cap="none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0" b="0" i="0" u="none" strike="noStrike" cap="none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0" b="0" i="0" u="none" strike="noStrike" cap="none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0" b="0" i="0" u="none" strike="noStrike" cap="none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0" b="0" i="0" u="none" strike="noStrike" cap="none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000" b="0" i="0" u="none" strike="noStrike" cap="none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88975" y="1884362"/>
            <a:ext cx="12415837" cy="5329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5500" b="0" i="0" u="none" strike="noStrike" cap="none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800" b="0" i="0" u="none" strike="noStrike" cap="none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88975" y="7485062"/>
            <a:ext cx="3219450" cy="43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1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8840787" y="7278687"/>
            <a:ext cx="4370387" cy="796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500" b="0" i="0" u="none" strike="noStrike" cap="none">
                <a:solidFill>
                  <a:srgbClr val="898989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" name="Google Shape;14;p1" descr="精舍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0" y="6958012"/>
            <a:ext cx="2374900" cy="111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1"/>
          <p:cNvSpPr/>
          <p:nvPr/>
        </p:nvSpPr>
        <p:spPr>
          <a:xfrm>
            <a:off x="269875" y="220662"/>
            <a:ext cx="984250" cy="649287"/>
          </a:xfrm>
          <a:prstGeom prst="ellipse">
            <a:avLst/>
          </a:prstGeom>
          <a:solidFill>
            <a:srgbClr val="008080">
              <a:alpha val="53333"/>
            </a:srgbClr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89975" tIns="46775" rIns="89975" bIns="46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CA56"/>
              </a:buClr>
              <a:buSzPts val="4000"/>
              <a:buFont typeface="Arial"/>
              <a:buNone/>
            </a:pPr>
            <a:fld id="{00000000-1234-1234-1234-123412341234}" type="slidenum">
              <a:rPr lang="zh-TW" sz="3600" b="1" i="0" u="none" strike="noStrike" cap="none">
                <a:solidFill>
                  <a:srgbClr val="CACA56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3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9742488" y="7485063"/>
            <a:ext cx="3103562" cy="430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823" r:id="rId16"/>
    <p:sldLayoutId id="214748382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4" y="2034707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49311" eaLnBrk="1" fontAlgn="auto" hangingPunct="1"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 sz="4000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 marL="0" marR="0" lvl="0" indent="0" algn="ctr" defTabSz="1049311" rtl="0" eaLnBrk="1" fontAlgn="auto" latinLnBrk="0" hangingPunct="1">
              <a:lnSpc>
                <a:spcPct val="100000"/>
              </a:lnSpc>
              <a:spcBef>
                <a:spcPts val="1562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47496" algn="l"/>
                <a:tab pos="896579" algn="l"/>
                <a:tab pos="1345662" algn="l"/>
                <a:tab pos="1794745" algn="l"/>
                <a:tab pos="2243827" algn="l"/>
                <a:tab pos="2692910" algn="l"/>
                <a:tab pos="3141993" algn="l"/>
                <a:tab pos="3591076" algn="l"/>
                <a:tab pos="4040158" algn="l"/>
                <a:tab pos="4489242" algn="l"/>
                <a:tab pos="4938324" algn="l"/>
                <a:tab pos="5387407" algn="l"/>
                <a:tab pos="5836489" algn="l"/>
                <a:tab pos="6285573" algn="l"/>
                <a:tab pos="6734655" algn="l"/>
                <a:tab pos="7183738" algn="l"/>
                <a:tab pos="7632821" algn="l"/>
                <a:tab pos="8081904" algn="l"/>
                <a:tab pos="8530986" algn="l"/>
                <a:tab pos="8980070" algn="l"/>
              </a:tabLst>
              <a:defRPr/>
            </a:pPr>
            <a:fld id="{DB768F20-8AEE-4E71-ADDF-85F4488E91BF}" type="slidenum">
              <a:rPr kumimoji="1" lang="en-GB" altLang="en-US" sz="40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uLnTx/>
                <a:uFillTx/>
                <a:latin typeface=""/>
                <a:cs typeface="Arial" panose="020B0604020202020204" pitchFamily="34" charset="0"/>
              </a:rPr>
              <a:pPr marL="0" marR="0" lvl="0" indent="0" algn="ctr" defTabSz="1049311" rtl="0" eaLnBrk="1" fontAlgn="auto" latinLnBrk="0" hangingPunct="1">
                <a:lnSpc>
                  <a:spcPct val="100000"/>
                </a:lnSpc>
                <a:spcBef>
                  <a:spcPts val="1562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文鼎中圓" pitchFamily="49" charset="-120"/>
                <a:buNone/>
                <a:tabLst>
                  <a:tab pos="0" algn="l"/>
                  <a:tab pos="447496" algn="l"/>
                  <a:tab pos="896579" algn="l"/>
                  <a:tab pos="1345662" algn="l"/>
                  <a:tab pos="1794745" algn="l"/>
                  <a:tab pos="2243827" algn="l"/>
                  <a:tab pos="2692910" algn="l"/>
                  <a:tab pos="3141993" algn="l"/>
                  <a:tab pos="3591076" algn="l"/>
                  <a:tab pos="4040158" algn="l"/>
                  <a:tab pos="4489242" algn="l"/>
                  <a:tab pos="4938324" algn="l"/>
                  <a:tab pos="5387407" algn="l"/>
                  <a:tab pos="5836489" algn="l"/>
                  <a:tab pos="6285573" algn="l"/>
                  <a:tab pos="6734655" algn="l"/>
                  <a:tab pos="7183738" algn="l"/>
                  <a:tab pos="7632821" algn="l"/>
                  <a:tab pos="8081904" algn="l"/>
                  <a:tab pos="8530986" algn="l"/>
                  <a:tab pos="8980070" algn="l"/>
                </a:tabLst>
                <a:defRPr/>
              </a:pPr>
              <a:t>‹#›</a:t>
            </a:fld>
            <a:endParaRPr kumimoji="1" lang="en-GB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glow rad="101600">
                  <a:srgbClr val="000000"/>
                </a:glow>
              </a:effectLst>
              <a:uLnTx/>
              <a:uFillTx/>
              <a:latin typeface=""/>
              <a:cs typeface="Arial" panose="020B0604020202020204" pitchFamily="34" charset="0"/>
            </a:endParaRPr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20230" y="2336843"/>
            <a:ext cx="11898095" cy="5124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pic>
        <p:nvPicPr>
          <p:cNvPr id="4" name="Picture 13" descr="精舍"/>
          <p:cNvPicPr>
            <a:picLocks noChangeAspect="1" noChangeArrowheads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34271" y="6846118"/>
            <a:ext cx="3070725" cy="1229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214111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</p:sldLayoutIdLst>
  <p:hf hdr="0" ftr="0" dt="0"/>
  <p:txStyles>
    <p:titleStyle>
      <a:lvl1pPr algn="l" defTabSz="449083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998">
          <a:solidFill>
            <a:srgbClr val="95EFA2"/>
          </a:solidFill>
          <a:latin typeface="+mj-lt"/>
          <a:ea typeface="標楷體" panose="03000509000000000000" pitchFamily="65" charset="-120"/>
          <a:cs typeface="+mj-cs"/>
        </a:defRPr>
      </a:lvl1pPr>
      <a:lvl2pPr algn="l" defTabSz="449083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998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2pPr>
      <a:lvl3pPr algn="l" defTabSz="449083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998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3pPr>
      <a:lvl4pPr algn="l" defTabSz="449083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998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4pPr>
      <a:lvl5pPr algn="l" defTabSz="449083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998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5pPr>
      <a:lvl6pPr marL="457017" algn="l" defTabSz="449083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998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6pPr>
      <a:lvl7pPr marL="914034" algn="l" defTabSz="449083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998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7pPr>
      <a:lvl8pPr marL="1371051" algn="l" defTabSz="449083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998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8pPr>
      <a:lvl9pPr marL="1828068" algn="l" defTabSz="449083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998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9pPr>
    </p:titleStyle>
    <p:bodyStyle>
      <a:lvl1pPr marL="426867" indent="-426867" algn="just" defTabSz="449083" rtl="0" eaLnBrk="1" fontAlgn="auto" hangingPunct="1">
        <a:lnSpc>
          <a:spcPct val="150000"/>
        </a:lnSpc>
        <a:spcBef>
          <a:spcPct val="0"/>
        </a:spcBef>
        <a:spcAft>
          <a:spcPct val="0"/>
        </a:spcAft>
        <a:buClr>
          <a:schemeClr val="tx1"/>
        </a:buClr>
        <a:buSzPct val="120000"/>
        <a:buFont typeface="Times New Roman" panose="02020603050405020304" pitchFamily="18" charset="0"/>
        <a:buChar char="•"/>
        <a:defRPr sz="6198">
          <a:solidFill>
            <a:schemeClr val="tx1">
              <a:lumMod val="95000"/>
            </a:schemeClr>
          </a:solidFill>
          <a:latin typeface="+mn-lt"/>
          <a:ea typeface="細明體" pitchFamily="49" charset="-120"/>
          <a:cs typeface="+mn-cs"/>
        </a:defRPr>
      </a:lvl1pPr>
      <a:lvl2pPr marL="1491653" indent="-914034" algn="l" defTabSz="449083" rtl="0" eaLnBrk="1" fontAlgn="auto" hangingPunct="1">
        <a:lnSpc>
          <a:spcPct val="150000"/>
        </a:lnSpc>
        <a:spcBef>
          <a:spcPts val="1125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4498">
          <a:solidFill>
            <a:schemeClr val="tx1">
              <a:lumMod val="95000"/>
            </a:schemeClr>
          </a:solidFill>
          <a:latin typeface="+mn-lt"/>
          <a:ea typeface="細明體" pitchFamily="49" charset="-120"/>
        </a:defRPr>
      </a:lvl2pPr>
      <a:lvl3pPr marL="1669382" indent="-514144" algn="l" defTabSz="449083" rtl="0" eaLnBrk="1" fontAlgn="auto" hangingPunct="1">
        <a:lnSpc>
          <a:spcPct val="150000"/>
        </a:lnSpc>
        <a:spcBef>
          <a:spcPts val="775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3099">
          <a:solidFill>
            <a:schemeClr val="tx1">
              <a:lumMod val="95000"/>
            </a:schemeClr>
          </a:solidFill>
          <a:latin typeface="+mn-lt"/>
          <a:ea typeface="新細明體" pitchFamily="18" charset="-120"/>
        </a:defRPr>
      </a:lvl3pPr>
      <a:lvl4pPr marL="2253348" indent="-514144" algn="l" defTabSz="449083" rtl="0" eaLnBrk="1" fontAlgn="auto" hangingPunct="1">
        <a:lnSpc>
          <a:spcPct val="150000"/>
        </a:lnSpc>
        <a:spcBef>
          <a:spcPts val="650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2599">
          <a:solidFill>
            <a:schemeClr val="tx1">
              <a:lumMod val="95000"/>
            </a:schemeClr>
          </a:solidFill>
          <a:latin typeface="+mn-lt"/>
          <a:ea typeface="新細明體" pitchFamily="18" charset="-120"/>
        </a:defRPr>
      </a:lvl4pPr>
      <a:lvl5pPr marL="2837315" indent="-514144" algn="l" defTabSz="449083" rtl="0" eaLnBrk="1" fontAlgn="auto" hangingPunct="1">
        <a:lnSpc>
          <a:spcPct val="150000"/>
        </a:lnSpc>
        <a:spcBef>
          <a:spcPts val="650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2599">
          <a:solidFill>
            <a:schemeClr val="tx1">
              <a:lumMod val="95000"/>
            </a:schemeClr>
          </a:solidFill>
          <a:latin typeface="+mn-lt"/>
          <a:ea typeface="新細明體" pitchFamily="18" charset="-120"/>
        </a:defRPr>
      </a:lvl5pPr>
      <a:lvl6pPr marL="3070584" indent="-290397" algn="l" defTabSz="449083" rtl="0" eaLnBrk="1" fontAlgn="base" hangingPunct="1">
        <a:lnSpc>
          <a:spcPct val="70000"/>
        </a:lnSpc>
        <a:spcBef>
          <a:spcPts val="65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599">
          <a:solidFill>
            <a:srgbClr val="000000"/>
          </a:solidFill>
          <a:latin typeface="+mn-lt"/>
          <a:ea typeface="新細明體" pitchFamily="18" charset="-120"/>
        </a:defRPr>
      </a:lvl6pPr>
      <a:lvl7pPr marL="3527601" indent="-290397" algn="l" defTabSz="449083" rtl="0" eaLnBrk="1" fontAlgn="base" hangingPunct="1">
        <a:lnSpc>
          <a:spcPct val="70000"/>
        </a:lnSpc>
        <a:spcBef>
          <a:spcPts val="65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599">
          <a:solidFill>
            <a:srgbClr val="000000"/>
          </a:solidFill>
          <a:latin typeface="+mn-lt"/>
          <a:ea typeface="新細明體" pitchFamily="18" charset="-120"/>
        </a:defRPr>
      </a:lvl7pPr>
      <a:lvl8pPr marL="3984619" indent="-290397" algn="l" defTabSz="449083" rtl="0" eaLnBrk="1" fontAlgn="base" hangingPunct="1">
        <a:lnSpc>
          <a:spcPct val="70000"/>
        </a:lnSpc>
        <a:spcBef>
          <a:spcPts val="65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599">
          <a:solidFill>
            <a:srgbClr val="000000"/>
          </a:solidFill>
          <a:latin typeface="+mn-lt"/>
          <a:ea typeface="新細明體" pitchFamily="18" charset="-120"/>
        </a:defRPr>
      </a:lvl8pPr>
      <a:lvl9pPr marL="4441636" indent="-290397" algn="l" defTabSz="449083" rtl="0" eaLnBrk="1" fontAlgn="base" hangingPunct="1">
        <a:lnSpc>
          <a:spcPct val="70000"/>
        </a:lnSpc>
        <a:spcBef>
          <a:spcPts val="65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599">
          <a:solidFill>
            <a:srgbClr val="000000"/>
          </a:solidFill>
          <a:latin typeface="+mn-lt"/>
          <a:ea typeface="新細明體" pitchFamily="18" charset="-120"/>
        </a:defRPr>
      </a:lvl9pPr>
    </p:bodyStyle>
    <p:otherStyle>
      <a:defPPr>
        <a:defRPr lang="zh-TW"/>
      </a:defPPr>
      <a:lvl1pPr marL="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1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034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051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068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086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103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120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137" algn="l" defTabSz="914034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704850" y="293688"/>
            <a:ext cx="12415838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9" tIns="45709" rIns="91419" bIns="4570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88975" y="1884363"/>
            <a:ext cx="12415838" cy="532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9" tIns="45709" rIns="91419" bIns="457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 bwMode="auto">
          <a:xfrm>
            <a:off x="688975" y="7485063"/>
            <a:ext cx="3219450" cy="430212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19" tIns="45709" rIns="91419" bIns="4570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b="1">
                <a:solidFill>
                  <a:srgbClr val="898989"/>
                </a:solidFill>
                <a:latin typeface="Times New Roman" panose="02020603050405020304" pitchFamily="18" charset="0"/>
                <a:ea typeface="文鼎中圓"/>
                <a:cs typeface="文鼎中圓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6AFF6E-1CA1-40BE-9422-4DE557214728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文鼎中圓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  <a:ea typeface="文鼎中圓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 bwMode="auto">
          <a:xfrm>
            <a:off x="8840788" y="7278688"/>
            <a:ext cx="4370387" cy="7969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19" tIns="45709" rIns="91419" bIns="4570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2500">
                <a:solidFill>
                  <a:srgbClr val="898989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  <p:pic>
        <p:nvPicPr>
          <p:cNvPr id="1030" name="Picture 13" descr="精舍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58013"/>
            <a:ext cx="23749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2" name="Oval 8"/>
          <p:cNvSpPr>
            <a:spLocks noChangeArrowheads="1"/>
          </p:cNvSpPr>
          <p:nvPr/>
        </p:nvSpPr>
        <p:spPr bwMode="auto">
          <a:xfrm>
            <a:off x="269875" y="220663"/>
            <a:ext cx="984250" cy="649287"/>
          </a:xfrm>
          <a:prstGeom prst="ellipse">
            <a:avLst/>
          </a:prstGeom>
          <a:solidFill>
            <a:srgbClr val="008080">
              <a:alpha val="53999"/>
            </a:srgbClr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  <a:extLst/>
        </p:spPr>
        <p:txBody>
          <a:bodyPr wrap="none" lIns="89978" tIns="46790" rIns="89978" bIns="46790" anchor="ctr"/>
          <a:lstStyle>
            <a:lvl1pPr defTabSz="912813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12813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12813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12813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12813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2993F5-FF72-4DA2-B405-D3C051DBE162}" type="slidenum">
              <a:rPr kumimoji="1" lang="zh-TW" altLang="en-US" sz="4000" b="1" i="0" u="none" strike="noStrike" kern="1200" cap="none" spc="0" normalizeH="0" baseline="0" noProof="0" smtClean="0">
                <a:ln>
                  <a:noFill/>
                </a:ln>
                <a:solidFill>
                  <a:srgbClr val="CACA56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4000" b="1" i="0" u="none" strike="noStrike" kern="1200" cap="none" spc="0" normalizeH="0" baseline="0" noProof="0">
              <a:ln>
                <a:noFill/>
              </a:ln>
              <a:solidFill>
                <a:srgbClr val="CACA56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1648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ctr" defTabSz="912813" rtl="0" eaLnBrk="0" fontAlgn="base" hangingPunct="0">
        <a:spcBef>
          <a:spcPct val="0"/>
        </a:spcBef>
        <a:spcAft>
          <a:spcPct val="0"/>
        </a:spcAft>
        <a:defRPr kumimoji="1" sz="6000">
          <a:solidFill>
            <a:srgbClr val="EAEAEA"/>
          </a:solidFill>
          <a:latin typeface="+mj-lt"/>
          <a:ea typeface="+mj-ea"/>
          <a:cs typeface="+mj-cs"/>
        </a:defRPr>
      </a:lvl1pPr>
      <a:lvl2pPr algn="ctr" defTabSz="912813" rtl="0" eaLnBrk="0" fontAlgn="base" hangingPunct="0">
        <a:spcBef>
          <a:spcPct val="0"/>
        </a:spcBef>
        <a:spcAft>
          <a:spcPct val="0"/>
        </a:spcAft>
        <a:defRPr kumimoji="1" sz="6000">
          <a:solidFill>
            <a:srgbClr val="EAEAEA"/>
          </a:solidFill>
          <a:latin typeface="標楷體" pitchFamily="65" charset="-120"/>
          <a:ea typeface="標楷體" pitchFamily="65" charset="-120"/>
        </a:defRPr>
      </a:lvl2pPr>
      <a:lvl3pPr algn="ctr" defTabSz="912813" rtl="0" eaLnBrk="0" fontAlgn="base" hangingPunct="0">
        <a:spcBef>
          <a:spcPct val="0"/>
        </a:spcBef>
        <a:spcAft>
          <a:spcPct val="0"/>
        </a:spcAft>
        <a:defRPr kumimoji="1" sz="6000">
          <a:solidFill>
            <a:srgbClr val="EAEAEA"/>
          </a:solidFill>
          <a:latin typeface="標楷體" pitchFamily="65" charset="-120"/>
          <a:ea typeface="標楷體" pitchFamily="65" charset="-120"/>
        </a:defRPr>
      </a:lvl3pPr>
      <a:lvl4pPr algn="ctr" defTabSz="912813" rtl="0" eaLnBrk="0" fontAlgn="base" hangingPunct="0">
        <a:spcBef>
          <a:spcPct val="0"/>
        </a:spcBef>
        <a:spcAft>
          <a:spcPct val="0"/>
        </a:spcAft>
        <a:defRPr kumimoji="1" sz="6000">
          <a:solidFill>
            <a:srgbClr val="EAEAEA"/>
          </a:solidFill>
          <a:latin typeface="標楷體" pitchFamily="65" charset="-120"/>
          <a:ea typeface="標楷體" pitchFamily="65" charset="-120"/>
        </a:defRPr>
      </a:lvl4pPr>
      <a:lvl5pPr algn="ctr" defTabSz="912813" rtl="0" eaLnBrk="0" fontAlgn="base" hangingPunct="0">
        <a:spcBef>
          <a:spcPct val="0"/>
        </a:spcBef>
        <a:spcAft>
          <a:spcPct val="0"/>
        </a:spcAft>
        <a:defRPr kumimoji="1" sz="6000">
          <a:solidFill>
            <a:srgbClr val="EAEAEA"/>
          </a:solidFill>
          <a:latin typeface="標楷體" pitchFamily="65" charset="-120"/>
          <a:ea typeface="標楷體" pitchFamily="65" charset="-120"/>
        </a:defRPr>
      </a:lvl5pPr>
      <a:lvl6pPr marL="457200" algn="ctr" defTabSz="912813" rtl="0" fontAlgn="base">
        <a:spcBef>
          <a:spcPct val="0"/>
        </a:spcBef>
        <a:spcAft>
          <a:spcPct val="0"/>
        </a:spcAft>
        <a:defRPr kumimoji="1" sz="6000">
          <a:solidFill>
            <a:srgbClr val="EAEAEA"/>
          </a:solidFill>
          <a:latin typeface="標楷體" pitchFamily="65" charset="-120"/>
          <a:ea typeface="標楷體" pitchFamily="65" charset="-120"/>
        </a:defRPr>
      </a:lvl6pPr>
      <a:lvl7pPr marL="914400" algn="ctr" defTabSz="912813" rtl="0" fontAlgn="base">
        <a:spcBef>
          <a:spcPct val="0"/>
        </a:spcBef>
        <a:spcAft>
          <a:spcPct val="0"/>
        </a:spcAft>
        <a:defRPr kumimoji="1" sz="6000">
          <a:solidFill>
            <a:srgbClr val="EAEAEA"/>
          </a:solidFill>
          <a:latin typeface="標楷體" pitchFamily="65" charset="-120"/>
          <a:ea typeface="標楷體" pitchFamily="65" charset="-120"/>
        </a:defRPr>
      </a:lvl7pPr>
      <a:lvl8pPr marL="1371600" algn="ctr" defTabSz="912813" rtl="0" fontAlgn="base">
        <a:spcBef>
          <a:spcPct val="0"/>
        </a:spcBef>
        <a:spcAft>
          <a:spcPct val="0"/>
        </a:spcAft>
        <a:defRPr kumimoji="1" sz="6000">
          <a:solidFill>
            <a:srgbClr val="EAEAEA"/>
          </a:solidFill>
          <a:latin typeface="標楷體" pitchFamily="65" charset="-120"/>
          <a:ea typeface="標楷體" pitchFamily="65" charset="-120"/>
        </a:defRPr>
      </a:lvl8pPr>
      <a:lvl9pPr marL="1828800" algn="ctr" defTabSz="912813" rtl="0" fontAlgn="base">
        <a:spcBef>
          <a:spcPct val="0"/>
        </a:spcBef>
        <a:spcAft>
          <a:spcPct val="0"/>
        </a:spcAft>
        <a:defRPr kumimoji="1" sz="6000">
          <a:solidFill>
            <a:srgbClr val="EAEAEA"/>
          </a:solidFill>
          <a:latin typeface="標楷體" pitchFamily="65" charset="-120"/>
          <a:ea typeface="標楷體" pitchFamily="65" charset="-120"/>
        </a:defRPr>
      </a:lvl9pPr>
    </p:titleStyle>
    <p:bodyStyle>
      <a:lvl1pPr marL="342900" indent="-342900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defRPr kumimoji="1" sz="5500">
          <a:solidFill>
            <a:srgbClr val="EAEAEA"/>
          </a:solidFill>
          <a:latin typeface="+mn-lt"/>
          <a:ea typeface="+mn-ea"/>
          <a:cs typeface="+mn-cs"/>
        </a:defRPr>
      </a:lvl1pPr>
      <a:lvl2pPr marL="741363" indent="-28416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defRPr kumimoji="1" sz="4800">
          <a:solidFill>
            <a:srgbClr val="EAEAEA"/>
          </a:solidFill>
          <a:latin typeface="+mn-lt"/>
          <a:ea typeface="+mn-ea"/>
        </a:defRPr>
      </a:lvl2pPr>
      <a:lvl3pPr marL="1143000" indent="-230188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defRPr kumimoji="1" sz="4400">
          <a:solidFill>
            <a:srgbClr val="EAEAEA"/>
          </a:solidFill>
          <a:latin typeface="+mn-lt"/>
          <a:ea typeface="+mn-ea"/>
        </a:defRPr>
      </a:lvl3pPr>
      <a:lvl4pPr marL="1601788" indent="-230188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defRPr kumimoji="1" sz="4200">
          <a:solidFill>
            <a:srgbClr val="EAEAEA"/>
          </a:solidFill>
          <a:latin typeface="+mn-lt"/>
          <a:ea typeface="+mn-ea"/>
        </a:defRPr>
      </a:lvl4pPr>
      <a:lvl5pPr marL="2057400" indent="-228600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defRPr kumimoji="1" sz="4000">
          <a:solidFill>
            <a:srgbClr val="EAEAEA"/>
          </a:solidFill>
          <a:latin typeface="+mn-lt"/>
          <a:ea typeface="+mn-ea"/>
        </a:defRPr>
      </a:lvl5pPr>
      <a:lvl6pPr marL="2514600" indent="-228600" algn="l" defTabSz="912813" rtl="0" fontAlgn="base">
        <a:spcBef>
          <a:spcPct val="20000"/>
        </a:spcBef>
        <a:spcAft>
          <a:spcPct val="0"/>
        </a:spcAft>
        <a:buFont typeface="Arial" charset="0"/>
        <a:defRPr kumimoji="1" sz="4000">
          <a:solidFill>
            <a:srgbClr val="EAEAEA"/>
          </a:solidFill>
          <a:latin typeface="+mn-lt"/>
          <a:ea typeface="+mn-ea"/>
        </a:defRPr>
      </a:lvl6pPr>
      <a:lvl7pPr marL="2971800" indent="-228600" algn="l" defTabSz="912813" rtl="0" fontAlgn="base">
        <a:spcBef>
          <a:spcPct val="20000"/>
        </a:spcBef>
        <a:spcAft>
          <a:spcPct val="0"/>
        </a:spcAft>
        <a:buFont typeface="Arial" charset="0"/>
        <a:defRPr kumimoji="1" sz="4000">
          <a:solidFill>
            <a:srgbClr val="EAEAEA"/>
          </a:solidFill>
          <a:latin typeface="+mn-lt"/>
          <a:ea typeface="+mn-ea"/>
        </a:defRPr>
      </a:lvl7pPr>
      <a:lvl8pPr marL="3429000" indent="-228600" algn="l" defTabSz="912813" rtl="0" fontAlgn="base">
        <a:spcBef>
          <a:spcPct val="20000"/>
        </a:spcBef>
        <a:spcAft>
          <a:spcPct val="0"/>
        </a:spcAft>
        <a:buFont typeface="Arial" charset="0"/>
        <a:defRPr kumimoji="1" sz="4000">
          <a:solidFill>
            <a:srgbClr val="EAEAEA"/>
          </a:solidFill>
          <a:latin typeface="+mn-lt"/>
          <a:ea typeface="+mn-ea"/>
        </a:defRPr>
      </a:lvl8pPr>
      <a:lvl9pPr marL="3886200" indent="-228600" algn="l" defTabSz="912813" rtl="0" fontAlgn="base">
        <a:spcBef>
          <a:spcPct val="20000"/>
        </a:spcBef>
        <a:spcAft>
          <a:spcPct val="0"/>
        </a:spcAft>
        <a:buFont typeface="Arial" charset="0"/>
        <a:defRPr kumimoji="1" sz="4000">
          <a:solidFill>
            <a:srgbClr val="EAEAEA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8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704850" y="293688"/>
            <a:ext cx="12415838" cy="134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9" tIns="45709" rIns="91419" bIns="4570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688975" y="1884363"/>
            <a:ext cx="12415838" cy="532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19" tIns="45709" rIns="91419" bIns="4570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 bwMode="auto">
          <a:xfrm>
            <a:off x="688975" y="7485063"/>
            <a:ext cx="3219450" cy="430212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19" tIns="45709" rIns="91419" bIns="45709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 b="1">
                <a:solidFill>
                  <a:srgbClr val="898989"/>
                </a:solidFill>
                <a:latin typeface="Times New Roman" panose="02020603050405020304" pitchFamily="18" charset="0"/>
                <a:ea typeface="文鼎中圓"/>
                <a:cs typeface="文鼎中圓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16AFF6E-1CA1-40BE-9422-4DE557214728}" type="datetime1">
              <a:rPr kumimoji="1" lang="zh-TW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2026/5/5</a:t>
            </a:fld>
            <a:endParaRPr kumimoji="1" lang="en-US" altLang="zh-TW" sz="1200" b="1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Times New Roman" panose="02020603050405020304" pitchFamily="18" charset="0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 bwMode="auto">
          <a:xfrm>
            <a:off x="8840788" y="7278688"/>
            <a:ext cx="4370387" cy="796925"/>
          </a:xfrm>
          <a:prstGeom prst="rect">
            <a:avLst/>
          </a:prstGeom>
          <a:noFill/>
          <a:ln>
            <a:noFill/>
          </a:ln>
          <a:extLst/>
        </p:spPr>
        <p:txBody>
          <a:bodyPr vert="horz" wrap="square" lIns="91419" tIns="45709" rIns="91419" bIns="45709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2500">
                <a:solidFill>
                  <a:srgbClr val="898989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總</a:t>
            </a:r>
            <a:r>
              <a:rPr kumimoji="1" lang="zh-TW" altLang="en-US" sz="25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志業中心營建處</a:t>
            </a:r>
          </a:p>
        </p:txBody>
      </p:sp>
      <p:pic>
        <p:nvPicPr>
          <p:cNvPr id="1030" name="Picture 13" descr="精舍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958013"/>
            <a:ext cx="2374900" cy="111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2" name="Oval 8"/>
          <p:cNvSpPr>
            <a:spLocks noChangeArrowheads="1"/>
          </p:cNvSpPr>
          <p:nvPr/>
        </p:nvSpPr>
        <p:spPr bwMode="auto">
          <a:xfrm>
            <a:off x="269875" y="220663"/>
            <a:ext cx="984250" cy="649287"/>
          </a:xfrm>
          <a:prstGeom prst="ellipse">
            <a:avLst/>
          </a:prstGeom>
          <a:solidFill>
            <a:srgbClr val="008080">
              <a:alpha val="53999"/>
            </a:srgbClr>
          </a:solidFill>
          <a:ln w="9525" algn="ctr">
            <a:solidFill>
              <a:schemeClr val="bg1"/>
            </a:solidFill>
            <a:round/>
            <a:headEnd/>
            <a:tailEnd/>
          </a:ln>
          <a:effectLst/>
          <a:extLst/>
        </p:spPr>
        <p:txBody>
          <a:bodyPr wrap="none" lIns="89978" tIns="46790" rIns="89978" bIns="46790" anchor="ctr"/>
          <a:lstStyle>
            <a:lvl1pPr defTabSz="912813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defTabSz="912813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defTabSz="912813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defTabSz="912813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defTabSz="912813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marL="0" marR="0" lvl="0" indent="0" algn="ctr" defTabSz="912813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E2993F5-FF72-4DA2-B405-D3C051DBE162}" type="slidenum">
              <a:rPr kumimoji="1" lang="zh-TW" altLang="en-US" sz="4000" b="1" i="0" u="none" strike="noStrike" kern="1200" cap="none" spc="0" normalizeH="0" baseline="0" noProof="0" smtClean="0">
                <a:ln>
                  <a:noFill/>
                </a:ln>
                <a:solidFill>
                  <a:srgbClr val="CACA56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ctr" defTabSz="912813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4000" b="1" i="0" u="none" strike="noStrike" kern="1200" cap="none" spc="0" normalizeH="0" baseline="0" noProof="0">
              <a:ln>
                <a:noFill/>
              </a:ln>
              <a:solidFill>
                <a:srgbClr val="CACA56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5237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</p:sldLayoutIdLst>
  <p:hf sldNum="0" hdr="0" ftr="0" dt="0"/>
  <p:txStyles>
    <p:titleStyle>
      <a:lvl1pPr algn="ctr" defTabSz="912813" rtl="0" eaLnBrk="0" fontAlgn="base" hangingPunct="0">
        <a:spcBef>
          <a:spcPct val="0"/>
        </a:spcBef>
        <a:spcAft>
          <a:spcPct val="0"/>
        </a:spcAft>
        <a:defRPr kumimoji="1" sz="6000">
          <a:solidFill>
            <a:srgbClr val="EAEAEA"/>
          </a:solidFill>
          <a:latin typeface="+mj-lt"/>
          <a:ea typeface="+mj-ea"/>
          <a:cs typeface="+mj-cs"/>
        </a:defRPr>
      </a:lvl1pPr>
      <a:lvl2pPr algn="ctr" defTabSz="912813" rtl="0" eaLnBrk="0" fontAlgn="base" hangingPunct="0">
        <a:spcBef>
          <a:spcPct val="0"/>
        </a:spcBef>
        <a:spcAft>
          <a:spcPct val="0"/>
        </a:spcAft>
        <a:defRPr kumimoji="1" sz="6000">
          <a:solidFill>
            <a:srgbClr val="EAEAEA"/>
          </a:solidFill>
          <a:latin typeface="標楷體" pitchFamily="65" charset="-120"/>
          <a:ea typeface="標楷體" pitchFamily="65" charset="-120"/>
        </a:defRPr>
      </a:lvl2pPr>
      <a:lvl3pPr algn="ctr" defTabSz="912813" rtl="0" eaLnBrk="0" fontAlgn="base" hangingPunct="0">
        <a:spcBef>
          <a:spcPct val="0"/>
        </a:spcBef>
        <a:spcAft>
          <a:spcPct val="0"/>
        </a:spcAft>
        <a:defRPr kumimoji="1" sz="6000">
          <a:solidFill>
            <a:srgbClr val="EAEAEA"/>
          </a:solidFill>
          <a:latin typeface="標楷體" pitchFamily="65" charset="-120"/>
          <a:ea typeface="標楷體" pitchFamily="65" charset="-120"/>
        </a:defRPr>
      </a:lvl3pPr>
      <a:lvl4pPr algn="ctr" defTabSz="912813" rtl="0" eaLnBrk="0" fontAlgn="base" hangingPunct="0">
        <a:spcBef>
          <a:spcPct val="0"/>
        </a:spcBef>
        <a:spcAft>
          <a:spcPct val="0"/>
        </a:spcAft>
        <a:defRPr kumimoji="1" sz="6000">
          <a:solidFill>
            <a:srgbClr val="EAEAEA"/>
          </a:solidFill>
          <a:latin typeface="標楷體" pitchFamily="65" charset="-120"/>
          <a:ea typeface="標楷體" pitchFamily="65" charset="-120"/>
        </a:defRPr>
      </a:lvl4pPr>
      <a:lvl5pPr algn="ctr" defTabSz="912813" rtl="0" eaLnBrk="0" fontAlgn="base" hangingPunct="0">
        <a:spcBef>
          <a:spcPct val="0"/>
        </a:spcBef>
        <a:spcAft>
          <a:spcPct val="0"/>
        </a:spcAft>
        <a:defRPr kumimoji="1" sz="6000">
          <a:solidFill>
            <a:srgbClr val="EAEAEA"/>
          </a:solidFill>
          <a:latin typeface="標楷體" pitchFamily="65" charset="-120"/>
          <a:ea typeface="標楷體" pitchFamily="65" charset="-120"/>
        </a:defRPr>
      </a:lvl5pPr>
      <a:lvl6pPr marL="457200" algn="ctr" defTabSz="912813" rtl="0" fontAlgn="base">
        <a:spcBef>
          <a:spcPct val="0"/>
        </a:spcBef>
        <a:spcAft>
          <a:spcPct val="0"/>
        </a:spcAft>
        <a:defRPr kumimoji="1" sz="6000">
          <a:solidFill>
            <a:srgbClr val="EAEAEA"/>
          </a:solidFill>
          <a:latin typeface="標楷體" pitchFamily="65" charset="-120"/>
          <a:ea typeface="標楷體" pitchFamily="65" charset="-120"/>
        </a:defRPr>
      </a:lvl6pPr>
      <a:lvl7pPr marL="914400" algn="ctr" defTabSz="912813" rtl="0" fontAlgn="base">
        <a:spcBef>
          <a:spcPct val="0"/>
        </a:spcBef>
        <a:spcAft>
          <a:spcPct val="0"/>
        </a:spcAft>
        <a:defRPr kumimoji="1" sz="6000">
          <a:solidFill>
            <a:srgbClr val="EAEAEA"/>
          </a:solidFill>
          <a:latin typeface="標楷體" pitchFamily="65" charset="-120"/>
          <a:ea typeface="標楷體" pitchFamily="65" charset="-120"/>
        </a:defRPr>
      </a:lvl7pPr>
      <a:lvl8pPr marL="1371600" algn="ctr" defTabSz="912813" rtl="0" fontAlgn="base">
        <a:spcBef>
          <a:spcPct val="0"/>
        </a:spcBef>
        <a:spcAft>
          <a:spcPct val="0"/>
        </a:spcAft>
        <a:defRPr kumimoji="1" sz="6000">
          <a:solidFill>
            <a:srgbClr val="EAEAEA"/>
          </a:solidFill>
          <a:latin typeface="標楷體" pitchFamily="65" charset="-120"/>
          <a:ea typeface="標楷體" pitchFamily="65" charset="-120"/>
        </a:defRPr>
      </a:lvl8pPr>
      <a:lvl9pPr marL="1828800" algn="ctr" defTabSz="912813" rtl="0" fontAlgn="base">
        <a:spcBef>
          <a:spcPct val="0"/>
        </a:spcBef>
        <a:spcAft>
          <a:spcPct val="0"/>
        </a:spcAft>
        <a:defRPr kumimoji="1" sz="6000">
          <a:solidFill>
            <a:srgbClr val="EAEAEA"/>
          </a:solidFill>
          <a:latin typeface="標楷體" pitchFamily="65" charset="-120"/>
          <a:ea typeface="標楷體" pitchFamily="65" charset="-120"/>
        </a:defRPr>
      </a:lvl9pPr>
    </p:titleStyle>
    <p:bodyStyle>
      <a:lvl1pPr marL="342900" indent="-342900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defRPr kumimoji="1" sz="5500">
          <a:solidFill>
            <a:srgbClr val="EAEAEA"/>
          </a:solidFill>
          <a:latin typeface="+mn-lt"/>
          <a:ea typeface="+mn-ea"/>
          <a:cs typeface="+mn-cs"/>
        </a:defRPr>
      </a:lvl1pPr>
      <a:lvl2pPr marL="741363" indent="-284163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defRPr kumimoji="1" sz="4800">
          <a:solidFill>
            <a:srgbClr val="EAEAEA"/>
          </a:solidFill>
          <a:latin typeface="+mn-lt"/>
          <a:ea typeface="+mn-ea"/>
        </a:defRPr>
      </a:lvl2pPr>
      <a:lvl3pPr marL="1143000" indent="-230188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defRPr kumimoji="1" sz="4400">
          <a:solidFill>
            <a:srgbClr val="EAEAEA"/>
          </a:solidFill>
          <a:latin typeface="+mn-lt"/>
          <a:ea typeface="+mn-ea"/>
        </a:defRPr>
      </a:lvl3pPr>
      <a:lvl4pPr marL="1601788" indent="-230188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defRPr kumimoji="1" sz="4200">
          <a:solidFill>
            <a:srgbClr val="EAEAEA"/>
          </a:solidFill>
          <a:latin typeface="+mn-lt"/>
          <a:ea typeface="+mn-ea"/>
        </a:defRPr>
      </a:lvl4pPr>
      <a:lvl5pPr marL="2057400" indent="-228600" algn="l" defTabSz="912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defRPr kumimoji="1" sz="4000">
          <a:solidFill>
            <a:srgbClr val="EAEAEA"/>
          </a:solidFill>
          <a:latin typeface="+mn-lt"/>
          <a:ea typeface="+mn-ea"/>
        </a:defRPr>
      </a:lvl5pPr>
      <a:lvl6pPr marL="2514600" indent="-228600" algn="l" defTabSz="912813" rtl="0" fontAlgn="base">
        <a:spcBef>
          <a:spcPct val="20000"/>
        </a:spcBef>
        <a:spcAft>
          <a:spcPct val="0"/>
        </a:spcAft>
        <a:buFont typeface="Arial" charset="0"/>
        <a:defRPr kumimoji="1" sz="4000">
          <a:solidFill>
            <a:srgbClr val="EAEAEA"/>
          </a:solidFill>
          <a:latin typeface="+mn-lt"/>
          <a:ea typeface="+mn-ea"/>
        </a:defRPr>
      </a:lvl6pPr>
      <a:lvl7pPr marL="2971800" indent="-228600" algn="l" defTabSz="912813" rtl="0" fontAlgn="base">
        <a:spcBef>
          <a:spcPct val="20000"/>
        </a:spcBef>
        <a:spcAft>
          <a:spcPct val="0"/>
        </a:spcAft>
        <a:buFont typeface="Arial" charset="0"/>
        <a:defRPr kumimoji="1" sz="4000">
          <a:solidFill>
            <a:srgbClr val="EAEAEA"/>
          </a:solidFill>
          <a:latin typeface="+mn-lt"/>
          <a:ea typeface="+mn-ea"/>
        </a:defRPr>
      </a:lvl7pPr>
      <a:lvl8pPr marL="3429000" indent="-228600" algn="l" defTabSz="912813" rtl="0" fontAlgn="base">
        <a:spcBef>
          <a:spcPct val="20000"/>
        </a:spcBef>
        <a:spcAft>
          <a:spcPct val="0"/>
        </a:spcAft>
        <a:buFont typeface="Arial" charset="0"/>
        <a:defRPr kumimoji="1" sz="4000">
          <a:solidFill>
            <a:srgbClr val="EAEAEA"/>
          </a:solidFill>
          <a:latin typeface="+mn-lt"/>
          <a:ea typeface="+mn-ea"/>
        </a:defRPr>
      </a:lvl8pPr>
      <a:lvl9pPr marL="3886200" indent="-228600" algn="l" defTabSz="912813" rtl="0" fontAlgn="base">
        <a:spcBef>
          <a:spcPct val="20000"/>
        </a:spcBef>
        <a:spcAft>
          <a:spcPct val="0"/>
        </a:spcAft>
        <a:buFont typeface="Arial" charset="0"/>
        <a:defRPr kumimoji="1" sz="4000">
          <a:solidFill>
            <a:srgbClr val="EAEAEA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203470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20231" y="2336843"/>
            <a:ext cx="11898095" cy="5124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pic>
        <p:nvPicPr>
          <p:cNvPr id="4" name="Picture 13" descr="精舍"/>
          <p:cNvPicPr>
            <a:picLocks noChangeAspect="1" noChangeArrowheads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34271" y="6846118"/>
            <a:ext cx="3070726" cy="1229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821334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</p:sldLayoutIdLst>
  <p:hf hdr="0" ftr="0" dt="0"/>
  <p:txStyles>
    <p:titleStyle>
      <a:lvl1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+mj-lt"/>
          <a:ea typeface="標楷體" panose="03000509000000000000" pitchFamily="65" charset="-120"/>
          <a:cs typeface="+mj-cs"/>
        </a:defRPr>
      </a:lvl1pPr>
      <a:lvl2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2pPr>
      <a:lvl3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3pPr>
      <a:lvl4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4pPr>
      <a:lvl5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5pPr>
      <a:lvl6pPr marL="439095"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763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6pPr>
      <a:lvl7pPr marL="878190"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763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7pPr>
      <a:lvl8pPr marL="1317286"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763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8pPr>
      <a:lvl9pPr marL="1756380"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763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9pPr>
    </p:titleStyle>
    <p:bodyStyle>
      <a:lvl1pPr marL="410127" indent="-410127" algn="just" defTabSz="431472" rtl="0" eaLnBrk="1" fontAlgn="auto" hangingPunct="1">
        <a:lnSpc>
          <a:spcPct val="150000"/>
        </a:lnSpc>
        <a:spcBef>
          <a:spcPct val="0"/>
        </a:spcBef>
        <a:spcAft>
          <a:spcPct val="0"/>
        </a:spcAft>
        <a:buClr>
          <a:schemeClr val="tx1"/>
        </a:buClr>
        <a:buSzPct val="120000"/>
        <a:buFont typeface="Times New Roman" panose="02020603050405020304" pitchFamily="18" charset="0"/>
        <a:buChar char="•"/>
        <a:defRPr sz="5955">
          <a:solidFill>
            <a:schemeClr val="tx1">
              <a:lumMod val="95000"/>
            </a:schemeClr>
          </a:solidFill>
          <a:latin typeface="+mn-lt"/>
          <a:ea typeface="細明體" pitchFamily="49" charset="-120"/>
          <a:cs typeface="+mn-cs"/>
        </a:defRPr>
      </a:lvl1pPr>
      <a:lvl2pPr marL="1433158" indent="-878190" algn="l" defTabSz="431472" rtl="0" eaLnBrk="1" fontAlgn="auto" hangingPunct="1">
        <a:lnSpc>
          <a:spcPct val="150000"/>
        </a:lnSpc>
        <a:spcBef>
          <a:spcPts val="1080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4322">
          <a:solidFill>
            <a:schemeClr val="tx1">
              <a:lumMod val="95000"/>
            </a:schemeClr>
          </a:solidFill>
          <a:latin typeface="+mn-lt"/>
          <a:ea typeface="細明體" pitchFamily="49" charset="-120"/>
        </a:defRPr>
      </a:lvl2pPr>
      <a:lvl3pPr marL="1603917" indent="-493982" algn="l" defTabSz="431472" rtl="0" eaLnBrk="1" fontAlgn="auto" hangingPunct="1">
        <a:lnSpc>
          <a:spcPct val="150000"/>
        </a:lnSpc>
        <a:spcBef>
          <a:spcPts val="744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2978">
          <a:solidFill>
            <a:schemeClr val="tx1">
              <a:lumMod val="95000"/>
            </a:schemeClr>
          </a:solidFill>
          <a:latin typeface="+mn-lt"/>
          <a:ea typeface="新細明體" pitchFamily="18" charset="-120"/>
        </a:defRPr>
      </a:lvl3pPr>
      <a:lvl4pPr marL="2164983" indent="-493982" algn="l" defTabSz="431472" rtl="0" eaLnBrk="1" fontAlgn="auto" hangingPunct="1">
        <a:lnSpc>
          <a:spcPct val="150000"/>
        </a:lnSpc>
        <a:spcBef>
          <a:spcPts val="625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2497">
          <a:solidFill>
            <a:schemeClr val="tx1">
              <a:lumMod val="95000"/>
            </a:schemeClr>
          </a:solidFill>
          <a:latin typeface="+mn-lt"/>
          <a:ea typeface="新細明體" pitchFamily="18" charset="-120"/>
        </a:defRPr>
      </a:lvl4pPr>
      <a:lvl5pPr marL="2726049" indent="-493982" algn="l" defTabSz="431472" rtl="0" eaLnBrk="1" fontAlgn="auto" hangingPunct="1">
        <a:lnSpc>
          <a:spcPct val="150000"/>
        </a:lnSpc>
        <a:spcBef>
          <a:spcPts val="625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2497">
          <a:solidFill>
            <a:schemeClr val="tx1">
              <a:lumMod val="95000"/>
            </a:schemeClr>
          </a:solidFill>
          <a:latin typeface="+mn-lt"/>
          <a:ea typeface="新細明體" pitchFamily="18" charset="-120"/>
        </a:defRPr>
      </a:lvl5pPr>
      <a:lvl6pPr marL="2950171" indent="-279009" algn="l" defTabSz="431472" rtl="0" eaLnBrk="1" fontAlgn="base" hangingPunct="1">
        <a:lnSpc>
          <a:spcPct val="70000"/>
        </a:lnSpc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97">
          <a:solidFill>
            <a:srgbClr val="000000"/>
          </a:solidFill>
          <a:latin typeface="+mn-lt"/>
          <a:ea typeface="新細明體" pitchFamily="18" charset="-120"/>
        </a:defRPr>
      </a:lvl6pPr>
      <a:lvl7pPr marL="3389266" indent="-279009" algn="l" defTabSz="431472" rtl="0" eaLnBrk="1" fontAlgn="base" hangingPunct="1">
        <a:lnSpc>
          <a:spcPct val="70000"/>
        </a:lnSpc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97">
          <a:solidFill>
            <a:srgbClr val="000000"/>
          </a:solidFill>
          <a:latin typeface="+mn-lt"/>
          <a:ea typeface="新細明體" pitchFamily="18" charset="-120"/>
        </a:defRPr>
      </a:lvl7pPr>
      <a:lvl8pPr marL="3828361" indent="-279009" algn="l" defTabSz="431472" rtl="0" eaLnBrk="1" fontAlgn="base" hangingPunct="1">
        <a:lnSpc>
          <a:spcPct val="70000"/>
        </a:lnSpc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97">
          <a:solidFill>
            <a:srgbClr val="000000"/>
          </a:solidFill>
          <a:latin typeface="+mn-lt"/>
          <a:ea typeface="新細明體" pitchFamily="18" charset="-120"/>
        </a:defRPr>
      </a:lvl8pPr>
      <a:lvl9pPr marL="4267456" indent="-279009" algn="l" defTabSz="431472" rtl="0" eaLnBrk="1" fontAlgn="base" hangingPunct="1">
        <a:lnSpc>
          <a:spcPct val="70000"/>
        </a:lnSpc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97">
          <a:solidFill>
            <a:srgbClr val="000000"/>
          </a:solidFill>
          <a:latin typeface="+mn-lt"/>
          <a:ea typeface="新細明體" pitchFamily="18" charset="-120"/>
        </a:defRPr>
      </a:lvl9pPr>
    </p:bodyStyle>
    <p:otherStyle>
      <a:defPPr>
        <a:defRPr lang="zh-TW"/>
      </a:defPPr>
      <a:lvl1pPr marL="0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1pPr>
      <a:lvl2pPr marL="439095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2pPr>
      <a:lvl3pPr marL="878190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3pPr>
      <a:lvl4pPr marL="1317286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4pPr>
      <a:lvl5pPr marL="1756380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5pPr>
      <a:lvl6pPr marL="2195476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6pPr>
      <a:lvl7pPr marL="2634571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7pPr>
      <a:lvl8pPr marL="3073666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8pPr>
      <a:lvl9pPr marL="3512762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203470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20231" y="2336843"/>
            <a:ext cx="11898095" cy="5124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pic>
        <p:nvPicPr>
          <p:cNvPr id="4" name="Picture 13" descr="精舍"/>
          <p:cNvPicPr>
            <a:picLocks noChangeAspect="1" noChangeArrowheads="1"/>
          </p:cNvPicPr>
          <p:nvPr userDrawn="1"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34271" y="6846118"/>
            <a:ext cx="3070726" cy="1229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26403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7" r:id="rId1"/>
    <p:sldLayoutId id="2147483768" r:id="rId2"/>
    <p:sldLayoutId id="2147483769" r:id="rId3"/>
    <p:sldLayoutId id="2147483770" r:id="rId4"/>
    <p:sldLayoutId id="2147483771" r:id="rId5"/>
    <p:sldLayoutId id="2147483772" r:id="rId6"/>
    <p:sldLayoutId id="2147483773" r:id="rId7"/>
    <p:sldLayoutId id="2147483774" r:id="rId8"/>
    <p:sldLayoutId id="2147483775" r:id="rId9"/>
    <p:sldLayoutId id="2147483776" r:id="rId10"/>
    <p:sldLayoutId id="2147483777" r:id="rId11"/>
    <p:sldLayoutId id="2147483778" r:id="rId12"/>
    <p:sldLayoutId id="2147483779" r:id="rId13"/>
    <p:sldLayoutId id="2147483780" r:id="rId14"/>
    <p:sldLayoutId id="2147483781" r:id="rId15"/>
    <p:sldLayoutId id="2147483782" r:id="rId16"/>
    <p:sldLayoutId id="2147483783" r:id="rId17"/>
    <p:sldLayoutId id="2147483784" r:id="rId18"/>
  </p:sldLayoutIdLst>
  <p:hf hdr="0" ftr="0" dt="0"/>
  <p:txStyles>
    <p:titleStyle>
      <a:lvl1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+mj-lt"/>
          <a:ea typeface="標楷體" panose="03000509000000000000" pitchFamily="65" charset="-120"/>
          <a:cs typeface="+mj-cs"/>
        </a:defRPr>
      </a:lvl1pPr>
      <a:lvl2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2pPr>
      <a:lvl3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3pPr>
      <a:lvl4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4pPr>
      <a:lvl5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5pPr>
      <a:lvl6pPr marL="439095"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763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6pPr>
      <a:lvl7pPr marL="878190"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763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7pPr>
      <a:lvl8pPr marL="1317286"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763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8pPr>
      <a:lvl9pPr marL="1756380"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763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9pPr>
    </p:titleStyle>
    <p:bodyStyle>
      <a:lvl1pPr marL="410127" indent="-410127" algn="just" defTabSz="431472" rtl="0" eaLnBrk="1" fontAlgn="auto" hangingPunct="1">
        <a:lnSpc>
          <a:spcPct val="150000"/>
        </a:lnSpc>
        <a:spcBef>
          <a:spcPct val="0"/>
        </a:spcBef>
        <a:spcAft>
          <a:spcPct val="0"/>
        </a:spcAft>
        <a:buClr>
          <a:schemeClr val="tx1"/>
        </a:buClr>
        <a:buSzPct val="120000"/>
        <a:buFont typeface="Times New Roman" panose="02020603050405020304" pitchFamily="18" charset="0"/>
        <a:buChar char="•"/>
        <a:defRPr sz="5955">
          <a:solidFill>
            <a:schemeClr val="tx1">
              <a:lumMod val="95000"/>
            </a:schemeClr>
          </a:solidFill>
          <a:latin typeface="+mn-lt"/>
          <a:ea typeface="細明體" pitchFamily="49" charset="-120"/>
          <a:cs typeface="+mn-cs"/>
        </a:defRPr>
      </a:lvl1pPr>
      <a:lvl2pPr marL="1433158" indent="-878190" algn="l" defTabSz="431472" rtl="0" eaLnBrk="1" fontAlgn="auto" hangingPunct="1">
        <a:lnSpc>
          <a:spcPct val="150000"/>
        </a:lnSpc>
        <a:spcBef>
          <a:spcPts val="1080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4322">
          <a:solidFill>
            <a:schemeClr val="tx1">
              <a:lumMod val="95000"/>
            </a:schemeClr>
          </a:solidFill>
          <a:latin typeface="+mn-lt"/>
          <a:ea typeface="細明體" pitchFamily="49" charset="-120"/>
        </a:defRPr>
      </a:lvl2pPr>
      <a:lvl3pPr marL="1603917" indent="-493982" algn="l" defTabSz="431472" rtl="0" eaLnBrk="1" fontAlgn="auto" hangingPunct="1">
        <a:lnSpc>
          <a:spcPct val="150000"/>
        </a:lnSpc>
        <a:spcBef>
          <a:spcPts val="744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2978">
          <a:solidFill>
            <a:schemeClr val="tx1">
              <a:lumMod val="95000"/>
            </a:schemeClr>
          </a:solidFill>
          <a:latin typeface="+mn-lt"/>
          <a:ea typeface="新細明體" pitchFamily="18" charset="-120"/>
        </a:defRPr>
      </a:lvl3pPr>
      <a:lvl4pPr marL="2164983" indent="-493982" algn="l" defTabSz="431472" rtl="0" eaLnBrk="1" fontAlgn="auto" hangingPunct="1">
        <a:lnSpc>
          <a:spcPct val="150000"/>
        </a:lnSpc>
        <a:spcBef>
          <a:spcPts val="625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2497">
          <a:solidFill>
            <a:schemeClr val="tx1">
              <a:lumMod val="95000"/>
            </a:schemeClr>
          </a:solidFill>
          <a:latin typeface="+mn-lt"/>
          <a:ea typeface="新細明體" pitchFamily="18" charset="-120"/>
        </a:defRPr>
      </a:lvl4pPr>
      <a:lvl5pPr marL="2726049" indent="-493982" algn="l" defTabSz="431472" rtl="0" eaLnBrk="1" fontAlgn="auto" hangingPunct="1">
        <a:lnSpc>
          <a:spcPct val="150000"/>
        </a:lnSpc>
        <a:spcBef>
          <a:spcPts val="625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2497">
          <a:solidFill>
            <a:schemeClr val="tx1">
              <a:lumMod val="95000"/>
            </a:schemeClr>
          </a:solidFill>
          <a:latin typeface="+mn-lt"/>
          <a:ea typeface="新細明體" pitchFamily="18" charset="-120"/>
        </a:defRPr>
      </a:lvl5pPr>
      <a:lvl6pPr marL="2950171" indent="-279009" algn="l" defTabSz="431472" rtl="0" eaLnBrk="1" fontAlgn="base" hangingPunct="1">
        <a:lnSpc>
          <a:spcPct val="70000"/>
        </a:lnSpc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97">
          <a:solidFill>
            <a:srgbClr val="000000"/>
          </a:solidFill>
          <a:latin typeface="+mn-lt"/>
          <a:ea typeface="新細明體" pitchFamily="18" charset="-120"/>
        </a:defRPr>
      </a:lvl6pPr>
      <a:lvl7pPr marL="3389266" indent="-279009" algn="l" defTabSz="431472" rtl="0" eaLnBrk="1" fontAlgn="base" hangingPunct="1">
        <a:lnSpc>
          <a:spcPct val="70000"/>
        </a:lnSpc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97">
          <a:solidFill>
            <a:srgbClr val="000000"/>
          </a:solidFill>
          <a:latin typeface="+mn-lt"/>
          <a:ea typeface="新細明體" pitchFamily="18" charset="-120"/>
        </a:defRPr>
      </a:lvl7pPr>
      <a:lvl8pPr marL="3828361" indent="-279009" algn="l" defTabSz="431472" rtl="0" eaLnBrk="1" fontAlgn="base" hangingPunct="1">
        <a:lnSpc>
          <a:spcPct val="70000"/>
        </a:lnSpc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97">
          <a:solidFill>
            <a:srgbClr val="000000"/>
          </a:solidFill>
          <a:latin typeface="+mn-lt"/>
          <a:ea typeface="新細明體" pitchFamily="18" charset="-120"/>
        </a:defRPr>
      </a:lvl8pPr>
      <a:lvl9pPr marL="4267456" indent="-279009" algn="l" defTabSz="431472" rtl="0" eaLnBrk="1" fontAlgn="base" hangingPunct="1">
        <a:lnSpc>
          <a:spcPct val="70000"/>
        </a:lnSpc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97">
          <a:solidFill>
            <a:srgbClr val="000000"/>
          </a:solidFill>
          <a:latin typeface="+mn-lt"/>
          <a:ea typeface="新細明體" pitchFamily="18" charset="-120"/>
        </a:defRPr>
      </a:lvl9pPr>
    </p:bodyStyle>
    <p:otherStyle>
      <a:defPPr>
        <a:defRPr lang="zh-TW"/>
      </a:defPPr>
      <a:lvl1pPr marL="0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1pPr>
      <a:lvl2pPr marL="439095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2pPr>
      <a:lvl3pPr marL="878190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3pPr>
      <a:lvl4pPr marL="1317286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4pPr>
      <a:lvl5pPr marL="1756380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5pPr>
      <a:lvl6pPr marL="2195476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6pPr>
      <a:lvl7pPr marL="2634571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7pPr>
      <a:lvl8pPr marL="3073666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8pPr>
      <a:lvl9pPr marL="3512762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203470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20231" y="2336843"/>
            <a:ext cx="11898095" cy="5124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pic>
        <p:nvPicPr>
          <p:cNvPr id="4" name="Picture 13" descr="精舍"/>
          <p:cNvPicPr>
            <a:picLocks noChangeAspect="1" noChangeArrowheads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34271" y="6846118"/>
            <a:ext cx="3070726" cy="1229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3149041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7" r:id="rId11"/>
    <p:sldLayoutId id="2147483798" r:id="rId12"/>
    <p:sldLayoutId id="2147483799" r:id="rId13"/>
    <p:sldLayoutId id="2147483800" r:id="rId14"/>
    <p:sldLayoutId id="2147483801" r:id="rId15"/>
    <p:sldLayoutId id="2147483802" r:id="rId16"/>
  </p:sldLayoutIdLst>
  <p:hf hdr="0" ftr="0" dt="0"/>
  <p:txStyles>
    <p:titleStyle>
      <a:lvl1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+mj-lt"/>
          <a:ea typeface="標楷體" panose="03000509000000000000" pitchFamily="65" charset="-120"/>
          <a:cs typeface="+mj-cs"/>
        </a:defRPr>
      </a:lvl1pPr>
      <a:lvl2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2pPr>
      <a:lvl3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3pPr>
      <a:lvl4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4pPr>
      <a:lvl5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5pPr>
      <a:lvl6pPr marL="439095"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763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6pPr>
      <a:lvl7pPr marL="878190"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763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7pPr>
      <a:lvl8pPr marL="1317286"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763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8pPr>
      <a:lvl9pPr marL="1756380"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763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9pPr>
    </p:titleStyle>
    <p:bodyStyle>
      <a:lvl1pPr marL="410127" indent="-410127" algn="just" defTabSz="431472" rtl="0" eaLnBrk="1" fontAlgn="auto" hangingPunct="1">
        <a:lnSpc>
          <a:spcPct val="150000"/>
        </a:lnSpc>
        <a:spcBef>
          <a:spcPct val="0"/>
        </a:spcBef>
        <a:spcAft>
          <a:spcPct val="0"/>
        </a:spcAft>
        <a:buClr>
          <a:schemeClr val="tx1"/>
        </a:buClr>
        <a:buSzPct val="120000"/>
        <a:buFont typeface="Times New Roman" panose="02020603050405020304" pitchFamily="18" charset="0"/>
        <a:buChar char="•"/>
        <a:defRPr sz="5955">
          <a:solidFill>
            <a:schemeClr val="tx1">
              <a:lumMod val="95000"/>
            </a:schemeClr>
          </a:solidFill>
          <a:latin typeface="+mn-lt"/>
          <a:ea typeface="細明體" pitchFamily="49" charset="-120"/>
          <a:cs typeface="+mn-cs"/>
        </a:defRPr>
      </a:lvl1pPr>
      <a:lvl2pPr marL="1433158" indent="-878190" algn="l" defTabSz="431472" rtl="0" eaLnBrk="1" fontAlgn="auto" hangingPunct="1">
        <a:lnSpc>
          <a:spcPct val="150000"/>
        </a:lnSpc>
        <a:spcBef>
          <a:spcPts val="1080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4322">
          <a:solidFill>
            <a:schemeClr val="tx1">
              <a:lumMod val="95000"/>
            </a:schemeClr>
          </a:solidFill>
          <a:latin typeface="+mn-lt"/>
          <a:ea typeface="細明體" pitchFamily="49" charset="-120"/>
        </a:defRPr>
      </a:lvl2pPr>
      <a:lvl3pPr marL="1603917" indent="-493982" algn="l" defTabSz="431472" rtl="0" eaLnBrk="1" fontAlgn="auto" hangingPunct="1">
        <a:lnSpc>
          <a:spcPct val="150000"/>
        </a:lnSpc>
        <a:spcBef>
          <a:spcPts val="744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2978">
          <a:solidFill>
            <a:schemeClr val="tx1">
              <a:lumMod val="95000"/>
            </a:schemeClr>
          </a:solidFill>
          <a:latin typeface="+mn-lt"/>
          <a:ea typeface="新細明體" pitchFamily="18" charset="-120"/>
        </a:defRPr>
      </a:lvl3pPr>
      <a:lvl4pPr marL="2164983" indent="-493982" algn="l" defTabSz="431472" rtl="0" eaLnBrk="1" fontAlgn="auto" hangingPunct="1">
        <a:lnSpc>
          <a:spcPct val="150000"/>
        </a:lnSpc>
        <a:spcBef>
          <a:spcPts val="625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2497">
          <a:solidFill>
            <a:schemeClr val="tx1">
              <a:lumMod val="95000"/>
            </a:schemeClr>
          </a:solidFill>
          <a:latin typeface="+mn-lt"/>
          <a:ea typeface="新細明體" pitchFamily="18" charset="-120"/>
        </a:defRPr>
      </a:lvl4pPr>
      <a:lvl5pPr marL="2726049" indent="-493982" algn="l" defTabSz="431472" rtl="0" eaLnBrk="1" fontAlgn="auto" hangingPunct="1">
        <a:lnSpc>
          <a:spcPct val="150000"/>
        </a:lnSpc>
        <a:spcBef>
          <a:spcPts val="625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2497">
          <a:solidFill>
            <a:schemeClr val="tx1">
              <a:lumMod val="95000"/>
            </a:schemeClr>
          </a:solidFill>
          <a:latin typeface="+mn-lt"/>
          <a:ea typeface="新細明體" pitchFamily="18" charset="-120"/>
        </a:defRPr>
      </a:lvl5pPr>
      <a:lvl6pPr marL="2950171" indent="-279009" algn="l" defTabSz="431472" rtl="0" eaLnBrk="1" fontAlgn="base" hangingPunct="1">
        <a:lnSpc>
          <a:spcPct val="70000"/>
        </a:lnSpc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97">
          <a:solidFill>
            <a:srgbClr val="000000"/>
          </a:solidFill>
          <a:latin typeface="+mn-lt"/>
          <a:ea typeface="新細明體" pitchFamily="18" charset="-120"/>
        </a:defRPr>
      </a:lvl6pPr>
      <a:lvl7pPr marL="3389266" indent="-279009" algn="l" defTabSz="431472" rtl="0" eaLnBrk="1" fontAlgn="base" hangingPunct="1">
        <a:lnSpc>
          <a:spcPct val="70000"/>
        </a:lnSpc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97">
          <a:solidFill>
            <a:srgbClr val="000000"/>
          </a:solidFill>
          <a:latin typeface="+mn-lt"/>
          <a:ea typeface="新細明體" pitchFamily="18" charset="-120"/>
        </a:defRPr>
      </a:lvl7pPr>
      <a:lvl8pPr marL="3828361" indent="-279009" algn="l" defTabSz="431472" rtl="0" eaLnBrk="1" fontAlgn="base" hangingPunct="1">
        <a:lnSpc>
          <a:spcPct val="70000"/>
        </a:lnSpc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97">
          <a:solidFill>
            <a:srgbClr val="000000"/>
          </a:solidFill>
          <a:latin typeface="+mn-lt"/>
          <a:ea typeface="新細明體" pitchFamily="18" charset="-120"/>
        </a:defRPr>
      </a:lvl8pPr>
      <a:lvl9pPr marL="4267456" indent="-279009" algn="l" defTabSz="431472" rtl="0" eaLnBrk="1" fontAlgn="base" hangingPunct="1">
        <a:lnSpc>
          <a:spcPct val="70000"/>
        </a:lnSpc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97">
          <a:solidFill>
            <a:srgbClr val="000000"/>
          </a:solidFill>
          <a:latin typeface="+mn-lt"/>
          <a:ea typeface="新細明體" pitchFamily="18" charset="-120"/>
        </a:defRPr>
      </a:lvl9pPr>
    </p:bodyStyle>
    <p:otherStyle>
      <a:defPPr>
        <a:defRPr lang="zh-TW"/>
      </a:defPPr>
      <a:lvl1pPr marL="0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1pPr>
      <a:lvl2pPr marL="439095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2pPr>
      <a:lvl3pPr marL="878190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3pPr>
      <a:lvl4pPr marL="1317286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4pPr>
      <a:lvl5pPr marL="1756380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5pPr>
      <a:lvl6pPr marL="2195476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6pPr>
      <a:lvl7pPr marL="2634571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7pPr>
      <a:lvl8pPr marL="3073666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8pPr>
      <a:lvl9pPr marL="3512762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203470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20231" y="2336843"/>
            <a:ext cx="11898095" cy="5124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pic>
        <p:nvPicPr>
          <p:cNvPr id="4" name="Picture 13" descr="精舍"/>
          <p:cNvPicPr>
            <a:picLocks noChangeAspect="1" noChangeArrowheads="1"/>
          </p:cNvPicPr>
          <p:nvPr userDrawn="1"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34271" y="6846118"/>
            <a:ext cx="3070726" cy="1229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905599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5" r:id="rId11"/>
    <p:sldLayoutId id="2147483816" r:id="rId12"/>
    <p:sldLayoutId id="2147483817" r:id="rId13"/>
    <p:sldLayoutId id="2147483818" r:id="rId14"/>
    <p:sldLayoutId id="2147483819" r:id="rId15"/>
    <p:sldLayoutId id="2147483820" r:id="rId16"/>
    <p:sldLayoutId id="2147483821" r:id="rId17"/>
  </p:sldLayoutIdLst>
  <p:hf hdr="0" ftr="0" dt="0"/>
  <p:txStyles>
    <p:titleStyle>
      <a:lvl1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+mj-lt"/>
          <a:ea typeface="標楷體" panose="03000509000000000000" pitchFamily="65" charset="-120"/>
          <a:cs typeface="+mj-cs"/>
        </a:defRPr>
      </a:lvl1pPr>
      <a:lvl2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2pPr>
      <a:lvl3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3pPr>
      <a:lvl4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4pPr>
      <a:lvl5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5pPr>
      <a:lvl6pPr marL="439095"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763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6pPr>
      <a:lvl7pPr marL="878190"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763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7pPr>
      <a:lvl8pPr marL="1317286"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763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8pPr>
      <a:lvl9pPr marL="1756380"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763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9pPr>
    </p:titleStyle>
    <p:bodyStyle>
      <a:lvl1pPr marL="410127" indent="-410127" algn="just" defTabSz="431472" rtl="0" eaLnBrk="1" fontAlgn="auto" hangingPunct="1">
        <a:lnSpc>
          <a:spcPct val="150000"/>
        </a:lnSpc>
        <a:spcBef>
          <a:spcPct val="0"/>
        </a:spcBef>
        <a:spcAft>
          <a:spcPct val="0"/>
        </a:spcAft>
        <a:buClr>
          <a:schemeClr val="tx1"/>
        </a:buClr>
        <a:buSzPct val="120000"/>
        <a:buFont typeface="Times New Roman" panose="02020603050405020304" pitchFamily="18" charset="0"/>
        <a:buChar char="•"/>
        <a:defRPr sz="5955">
          <a:solidFill>
            <a:schemeClr val="tx1">
              <a:lumMod val="95000"/>
            </a:schemeClr>
          </a:solidFill>
          <a:latin typeface="+mn-lt"/>
          <a:ea typeface="細明體" pitchFamily="49" charset="-120"/>
          <a:cs typeface="+mn-cs"/>
        </a:defRPr>
      </a:lvl1pPr>
      <a:lvl2pPr marL="1433158" indent="-878190" algn="l" defTabSz="431472" rtl="0" eaLnBrk="1" fontAlgn="auto" hangingPunct="1">
        <a:lnSpc>
          <a:spcPct val="150000"/>
        </a:lnSpc>
        <a:spcBef>
          <a:spcPts val="1080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4322">
          <a:solidFill>
            <a:schemeClr val="tx1">
              <a:lumMod val="95000"/>
            </a:schemeClr>
          </a:solidFill>
          <a:latin typeface="+mn-lt"/>
          <a:ea typeface="細明體" pitchFamily="49" charset="-120"/>
        </a:defRPr>
      </a:lvl2pPr>
      <a:lvl3pPr marL="1603917" indent="-493982" algn="l" defTabSz="431472" rtl="0" eaLnBrk="1" fontAlgn="auto" hangingPunct="1">
        <a:lnSpc>
          <a:spcPct val="150000"/>
        </a:lnSpc>
        <a:spcBef>
          <a:spcPts val="744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2978">
          <a:solidFill>
            <a:schemeClr val="tx1">
              <a:lumMod val="95000"/>
            </a:schemeClr>
          </a:solidFill>
          <a:latin typeface="+mn-lt"/>
          <a:ea typeface="新細明體" pitchFamily="18" charset="-120"/>
        </a:defRPr>
      </a:lvl3pPr>
      <a:lvl4pPr marL="2164983" indent="-493982" algn="l" defTabSz="431472" rtl="0" eaLnBrk="1" fontAlgn="auto" hangingPunct="1">
        <a:lnSpc>
          <a:spcPct val="150000"/>
        </a:lnSpc>
        <a:spcBef>
          <a:spcPts val="625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2497">
          <a:solidFill>
            <a:schemeClr val="tx1">
              <a:lumMod val="95000"/>
            </a:schemeClr>
          </a:solidFill>
          <a:latin typeface="+mn-lt"/>
          <a:ea typeface="新細明體" pitchFamily="18" charset="-120"/>
        </a:defRPr>
      </a:lvl4pPr>
      <a:lvl5pPr marL="2726049" indent="-493982" algn="l" defTabSz="431472" rtl="0" eaLnBrk="1" fontAlgn="auto" hangingPunct="1">
        <a:lnSpc>
          <a:spcPct val="150000"/>
        </a:lnSpc>
        <a:spcBef>
          <a:spcPts val="625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2497">
          <a:solidFill>
            <a:schemeClr val="tx1">
              <a:lumMod val="95000"/>
            </a:schemeClr>
          </a:solidFill>
          <a:latin typeface="+mn-lt"/>
          <a:ea typeface="新細明體" pitchFamily="18" charset="-120"/>
        </a:defRPr>
      </a:lvl5pPr>
      <a:lvl6pPr marL="2950171" indent="-279009" algn="l" defTabSz="431472" rtl="0" eaLnBrk="1" fontAlgn="base" hangingPunct="1">
        <a:lnSpc>
          <a:spcPct val="70000"/>
        </a:lnSpc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97">
          <a:solidFill>
            <a:srgbClr val="000000"/>
          </a:solidFill>
          <a:latin typeface="+mn-lt"/>
          <a:ea typeface="新細明體" pitchFamily="18" charset="-120"/>
        </a:defRPr>
      </a:lvl6pPr>
      <a:lvl7pPr marL="3389266" indent="-279009" algn="l" defTabSz="431472" rtl="0" eaLnBrk="1" fontAlgn="base" hangingPunct="1">
        <a:lnSpc>
          <a:spcPct val="70000"/>
        </a:lnSpc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97">
          <a:solidFill>
            <a:srgbClr val="000000"/>
          </a:solidFill>
          <a:latin typeface="+mn-lt"/>
          <a:ea typeface="新細明體" pitchFamily="18" charset="-120"/>
        </a:defRPr>
      </a:lvl7pPr>
      <a:lvl8pPr marL="3828361" indent="-279009" algn="l" defTabSz="431472" rtl="0" eaLnBrk="1" fontAlgn="base" hangingPunct="1">
        <a:lnSpc>
          <a:spcPct val="70000"/>
        </a:lnSpc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97">
          <a:solidFill>
            <a:srgbClr val="000000"/>
          </a:solidFill>
          <a:latin typeface="+mn-lt"/>
          <a:ea typeface="新細明體" pitchFamily="18" charset="-120"/>
        </a:defRPr>
      </a:lvl8pPr>
      <a:lvl9pPr marL="4267456" indent="-279009" algn="l" defTabSz="431472" rtl="0" eaLnBrk="1" fontAlgn="base" hangingPunct="1">
        <a:lnSpc>
          <a:spcPct val="70000"/>
        </a:lnSpc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97">
          <a:solidFill>
            <a:srgbClr val="000000"/>
          </a:solidFill>
          <a:latin typeface="+mn-lt"/>
          <a:ea typeface="新細明體" pitchFamily="18" charset="-120"/>
        </a:defRPr>
      </a:lvl9pPr>
    </p:bodyStyle>
    <p:otherStyle>
      <a:defPPr>
        <a:defRPr lang="zh-TW"/>
      </a:defPPr>
      <a:lvl1pPr marL="0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1pPr>
      <a:lvl2pPr marL="439095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2pPr>
      <a:lvl3pPr marL="878190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3pPr>
      <a:lvl4pPr marL="1317286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4pPr>
      <a:lvl5pPr marL="1756380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5pPr>
      <a:lvl6pPr marL="2195476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6pPr>
      <a:lvl7pPr marL="2634571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7pPr>
      <a:lvl8pPr marL="3073666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8pPr>
      <a:lvl9pPr marL="3512762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sldNum" idx="4"/>
          </p:nvPr>
        </p:nvSpPr>
        <p:spPr bwMode="auto">
          <a:xfrm>
            <a:off x="-31753" y="2034708"/>
            <a:ext cx="1096001" cy="70695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116640" tIns="58320" rIns="116640" bIns="58320" numCol="1" anchor="t" anchorCtr="0" compatLnSpc="1">
            <a:prstTxWarp prst="textNoShape">
              <a:avLst/>
            </a:prstTxWarp>
          </a:bodyPr>
          <a:lstStyle>
            <a:lvl1pPr algn="ctr" defTabSz="1008162" eaLnBrk="1" fontAlgn="auto" hangingPunct="1"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 sz="3843" b="0"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latin typeface=""/>
                <a:ea typeface="BiauKai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DB768F20-8AEE-4E71-ADDF-85F4488E91BF}" type="slidenum">
              <a:rPr kumimoji="1" lang="en-GB" altLang="en-US" kern="1200" smtClean="0"/>
              <a:pPr>
                <a:defRPr/>
              </a:pPr>
              <a:t>‹#›</a:t>
            </a:fld>
            <a:endParaRPr kumimoji="1" lang="en-GB" altLang="en-US" kern="1200" dirty="0"/>
          </a:p>
        </p:txBody>
      </p: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20231" y="2336843"/>
            <a:ext cx="11898095" cy="51240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pic>
        <p:nvPicPr>
          <p:cNvPr id="4" name="Picture 13" descr="精舍"/>
          <p:cNvPicPr>
            <a:picLocks noChangeAspect="1" noChangeArrowheads="1"/>
          </p:cNvPicPr>
          <p:nvPr userDrawn="1"/>
        </p:nvPicPr>
        <p:blipFill>
          <a:blip r:embed="rId2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34271" y="6846118"/>
            <a:ext cx="3070726" cy="1229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138181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</p:sldLayoutIdLst>
  <p:hf hdr="0" ftr="0" dt="0"/>
  <p:txStyles>
    <p:titleStyle>
      <a:lvl1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+mj-lt"/>
          <a:ea typeface="標楷體" panose="03000509000000000000" pitchFamily="65" charset="-120"/>
          <a:cs typeface="+mj-cs"/>
        </a:defRPr>
      </a:lvl1pPr>
      <a:lvl2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2pPr>
      <a:lvl3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3pPr>
      <a:lvl4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4pPr>
      <a:lvl5pPr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anose="02020603050405020304" pitchFamily="18" charset="0"/>
        <a:defRPr sz="5763">
          <a:solidFill>
            <a:srgbClr val="95EFA2"/>
          </a:solidFill>
          <a:latin typeface="Times New Roman" pitchFamily="18" charset="0"/>
          <a:ea typeface="標楷體" panose="03000509000000000000" pitchFamily="65" charset="-120"/>
          <a:cs typeface="文鼎顏楷" charset="0"/>
        </a:defRPr>
      </a:lvl5pPr>
      <a:lvl6pPr marL="439095"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763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6pPr>
      <a:lvl7pPr marL="878190"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763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7pPr>
      <a:lvl8pPr marL="1317286"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763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8pPr>
      <a:lvl9pPr marL="1756380" algn="l" defTabSz="431472" rtl="0" eaLnBrk="1" fontAlgn="base" hangingPunct="1">
        <a:lnSpc>
          <a:spcPct val="84000"/>
        </a:lnSpc>
        <a:spcBef>
          <a:spcPct val="0"/>
        </a:spcBef>
        <a:spcAft>
          <a:spcPct val="0"/>
        </a:spcAft>
        <a:buClr>
          <a:srgbClr val="95EFA2"/>
        </a:buClr>
        <a:buSzPct val="100000"/>
        <a:buFont typeface="Times New Roman" pitchFamily="18" charset="0"/>
        <a:defRPr sz="5763">
          <a:solidFill>
            <a:srgbClr val="95EFA2"/>
          </a:solidFill>
          <a:latin typeface="Times New Roman" pitchFamily="18" charset="0"/>
          <a:ea typeface="文鼎顏楷" charset="0"/>
          <a:cs typeface="文鼎顏楷" charset="0"/>
        </a:defRPr>
      </a:lvl9pPr>
    </p:titleStyle>
    <p:bodyStyle>
      <a:lvl1pPr marL="410127" indent="-410127" algn="just" defTabSz="431472" rtl="0" eaLnBrk="1" fontAlgn="auto" hangingPunct="1">
        <a:lnSpc>
          <a:spcPct val="150000"/>
        </a:lnSpc>
        <a:spcBef>
          <a:spcPct val="0"/>
        </a:spcBef>
        <a:spcAft>
          <a:spcPct val="0"/>
        </a:spcAft>
        <a:buClr>
          <a:schemeClr val="tx1"/>
        </a:buClr>
        <a:buSzPct val="120000"/>
        <a:buFont typeface="Times New Roman" panose="02020603050405020304" pitchFamily="18" charset="0"/>
        <a:buChar char="•"/>
        <a:defRPr sz="5955">
          <a:solidFill>
            <a:schemeClr val="tx1">
              <a:lumMod val="95000"/>
            </a:schemeClr>
          </a:solidFill>
          <a:latin typeface="+mn-lt"/>
          <a:ea typeface="細明體" pitchFamily="49" charset="-120"/>
          <a:cs typeface="+mn-cs"/>
        </a:defRPr>
      </a:lvl1pPr>
      <a:lvl2pPr marL="1433158" indent="-878190" algn="l" defTabSz="431472" rtl="0" eaLnBrk="1" fontAlgn="auto" hangingPunct="1">
        <a:lnSpc>
          <a:spcPct val="150000"/>
        </a:lnSpc>
        <a:spcBef>
          <a:spcPts val="1080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4322">
          <a:solidFill>
            <a:schemeClr val="tx1">
              <a:lumMod val="95000"/>
            </a:schemeClr>
          </a:solidFill>
          <a:latin typeface="+mn-lt"/>
          <a:ea typeface="細明體" pitchFamily="49" charset="-120"/>
        </a:defRPr>
      </a:lvl2pPr>
      <a:lvl3pPr marL="1603917" indent="-493982" algn="l" defTabSz="431472" rtl="0" eaLnBrk="1" fontAlgn="auto" hangingPunct="1">
        <a:lnSpc>
          <a:spcPct val="150000"/>
        </a:lnSpc>
        <a:spcBef>
          <a:spcPts val="744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2978">
          <a:solidFill>
            <a:schemeClr val="tx1">
              <a:lumMod val="95000"/>
            </a:schemeClr>
          </a:solidFill>
          <a:latin typeface="+mn-lt"/>
          <a:ea typeface="新細明體" pitchFamily="18" charset="-120"/>
        </a:defRPr>
      </a:lvl3pPr>
      <a:lvl4pPr marL="2164983" indent="-493982" algn="l" defTabSz="431472" rtl="0" eaLnBrk="1" fontAlgn="auto" hangingPunct="1">
        <a:lnSpc>
          <a:spcPct val="150000"/>
        </a:lnSpc>
        <a:spcBef>
          <a:spcPts val="625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2497">
          <a:solidFill>
            <a:schemeClr val="tx1">
              <a:lumMod val="95000"/>
            </a:schemeClr>
          </a:solidFill>
          <a:latin typeface="+mn-lt"/>
          <a:ea typeface="新細明體" pitchFamily="18" charset="-120"/>
        </a:defRPr>
      </a:lvl4pPr>
      <a:lvl5pPr marL="2726049" indent="-493982" algn="l" defTabSz="431472" rtl="0" eaLnBrk="1" fontAlgn="auto" hangingPunct="1">
        <a:lnSpc>
          <a:spcPct val="150000"/>
        </a:lnSpc>
        <a:spcBef>
          <a:spcPts val="625"/>
        </a:spcBef>
        <a:spcAft>
          <a:spcPct val="0"/>
        </a:spcAft>
        <a:buClr>
          <a:schemeClr val="tx1"/>
        </a:buClr>
        <a:buSzPct val="120000"/>
        <a:buFont typeface="Arial" panose="020B0604020202020204" pitchFamily="34" charset="0"/>
        <a:buChar char="•"/>
        <a:defRPr sz="2497">
          <a:solidFill>
            <a:schemeClr val="tx1">
              <a:lumMod val="95000"/>
            </a:schemeClr>
          </a:solidFill>
          <a:latin typeface="+mn-lt"/>
          <a:ea typeface="新細明體" pitchFamily="18" charset="-120"/>
        </a:defRPr>
      </a:lvl5pPr>
      <a:lvl6pPr marL="2950171" indent="-279009" algn="l" defTabSz="431472" rtl="0" eaLnBrk="1" fontAlgn="base" hangingPunct="1">
        <a:lnSpc>
          <a:spcPct val="70000"/>
        </a:lnSpc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97">
          <a:solidFill>
            <a:srgbClr val="000000"/>
          </a:solidFill>
          <a:latin typeface="+mn-lt"/>
          <a:ea typeface="新細明體" pitchFamily="18" charset="-120"/>
        </a:defRPr>
      </a:lvl6pPr>
      <a:lvl7pPr marL="3389266" indent="-279009" algn="l" defTabSz="431472" rtl="0" eaLnBrk="1" fontAlgn="base" hangingPunct="1">
        <a:lnSpc>
          <a:spcPct val="70000"/>
        </a:lnSpc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97">
          <a:solidFill>
            <a:srgbClr val="000000"/>
          </a:solidFill>
          <a:latin typeface="+mn-lt"/>
          <a:ea typeface="新細明體" pitchFamily="18" charset="-120"/>
        </a:defRPr>
      </a:lvl7pPr>
      <a:lvl8pPr marL="3828361" indent="-279009" algn="l" defTabSz="431472" rtl="0" eaLnBrk="1" fontAlgn="base" hangingPunct="1">
        <a:lnSpc>
          <a:spcPct val="70000"/>
        </a:lnSpc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97">
          <a:solidFill>
            <a:srgbClr val="000000"/>
          </a:solidFill>
          <a:latin typeface="+mn-lt"/>
          <a:ea typeface="新細明體" pitchFamily="18" charset="-120"/>
        </a:defRPr>
      </a:lvl8pPr>
      <a:lvl9pPr marL="4267456" indent="-279009" algn="l" defTabSz="431472" rtl="0" eaLnBrk="1" fontAlgn="base" hangingPunct="1">
        <a:lnSpc>
          <a:spcPct val="70000"/>
        </a:lnSpc>
        <a:spcBef>
          <a:spcPts val="625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97">
          <a:solidFill>
            <a:srgbClr val="000000"/>
          </a:solidFill>
          <a:latin typeface="+mn-lt"/>
          <a:ea typeface="新細明體" pitchFamily="18" charset="-120"/>
        </a:defRPr>
      </a:lvl9pPr>
    </p:bodyStyle>
    <p:otherStyle>
      <a:defPPr>
        <a:defRPr lang="zh-TW"/>
      </a:defPPr>
      <a:lvl1pPr marL="0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1pPr>
      <a:lvl2pPr marL="439095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2pPr>
      <a:lvl3pPr marL="878190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3pPr>
      <a:lvl4pPr marL="1317286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4pPr>
      <a:lvl5pPr marL="1756380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5pPr>
      <a:lvl6pPr marL="2195476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6pPr>
      <a:lvl7pPr marL="2634571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7pPr>
      <a:lvl8pPr marL="3073666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8pPr>
      <a:lvl9pPr marL="3512762" algn="l" defTabSz="878190" rtl="0" eaLnBrk="1" latinLnBrk="0" hangingPunct="1">
        <a:defRPr sz="172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111_&#29273;&#31185;&#34496;&#29273;AI&#31995;&#32113;&#38283;&#30332;&#29986;&#23416;&#21512;&#20316;_&#28023;&#22577;_&#21555;&#24535;&#25104;.pdf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111_&#20154;&#39636;&#29983;&#29289;&#36039;&#26009;&#24235;&#29986;&#23416;&#21512;&#20316;_&#28023;&#22577;_&#21555;&#24535;&#25104;.pdf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ctrTitle"/>
          </p:nvPr>
        </p:nvSpPr>
        <p:spPr>
          <a:xfrm>
            <a:off x="815975" y="1239837"/>
            <a:ext cx="11944350" cy="2967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3300"/>
              </a:buClr>
              <a:buSzPts val="5900"/>
              <a:buFont typeface="DFKai-SB"/>
              <a:buNone/>
            </a:pPr>
            <a:r>
              <a:rPr lang="zh-TW" sz="5900" b="0" i="0" u="none">
                <a:solidFill>
                  <a:srgbClr val="663300"/>
                </a:solidFill>
                <a:latin typeface="DFKai-SB"/>
                <a:ea typeface="DFKai-SB"/>
                <a:cs typeface="DFKai-SB"/>
                <a:sym typeface="DFKai-SB"/>
              </a:rPr>
              <a:t/>
            </a:r>
            <a:br>
              <a:rPr lang="zh-TW" sz="5900" b="0" i="0" u="none">
                <a:solidFill>
                  <a:srgbClr val="663300"/>
                </a:solidFill>
                <a:latin typeface="DFKai-SB"/>
                <a:ea typeface="DFKai-SB"/>
                <a:cs typeface="DFKai-SB"/>
                <a:sym typeface="DFKai-SB"/>
              </a:rPr>
            </a:br>
            <a:r>
              <a:rPr lang="zh-TW" sz="5900" b="0" i="0" u="none">
                <a:solidFill>
                  <a:schemeClr val="hlink"/>
                </a:solidFill>
                <a:latin typeface="DFKai-SB"/>
                <a:ea typeface="DFKai-SB"/>
                <a:cs typeface="DFKai-SB"/>
                <a:sym typeface="DFKai-SB"/>
              </a:rPr>
              <a:t/>
            </a:r>
            <a:br>
              <a:rPr lang="zh-TW" sz="5900" b="0" i="0" u="none">
                <a:solidFill>
                  <a:schemeClr val="hlink"/>
                </a:solidFill>
                <a:latin typeface="DFKai-SB"/>
                <a:ea typeface="DFKai-SB"/>
                <a:cs typeface="DFKai-SB"/>
                <a:sym typeface="DFKai-SB"/>
              </a:rPr>
            </a:br>
            <a:endParaRPr/>
          </a:p>
        </p:txBody>
      </p:sp>
      <p:sp>
        <p:nvSpPr>
          <p:cNvPr id="103" name="Google Shape;103;p20"/>
          <p:cNvSpPr txBox="1">
            <a:spLocks noGrp="1"/>
          </p:cNvSpPr>
          <p:nvPr>
            <p:ph type="subTitle" idx="1"/>
          </p:nvPr>
        </p:nvSpPr>
        <p:spPr>
          <a:xfrm>
            <a:off x="674687" y="493712"/>
            <a:ext cx="12342900" cy="53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AEAEA"/>
              </a:buClr>
              <a:buSzPts val="8000"/>
              <a:buNone/>
            </a:pPr>
            <a:r>
              <a:rPr lang="zh-TW" sz="8000" b="0" i="0" u="none" dirty="0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rPr>
              <a:t>慈</a:t>
            </a:r>
            <a:r>
              <a:rPr lang="zh-TW" sz="8000" b="0" i="0" u="none" dirty="0" smtClean="0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rPr>
              <a:t>濟大學</a:t>
            </a:r>
            <a:endParaRPr dirty="0"/>
          </a:p>
          <a:p>
            <a:pPr marL="0" lvl="0" indent="0" algn="ctr" rtl="0">
              <a:spcBef>
                <a:spcPts val="1100"/>
              </a:spcBef>
              <a:spcAft>
                <a:spcPts val="0"/>
              </a:spcAft>
              <a:buClr>
                <a:srgbClr val="FFFF99"/>
              </a:buClr>
              <a:buSzPts val="6000"/>
              <a:buNone/>
            </a:pPr>
            <a:r>
              <a:rPr lang="zh-TW" dirty="0"/>
              <a:t>資訊科技與</a:t>
            </a:r>
            <a:r>
              <a:rPr lang="zh-TW" dirty="0" smtClean="0"/>
              <a:t>管理</a:t>
            </a:r>
            <a:r>
              <a:rPr lang="zh-TW" altLang="en-US" dirty="0" smtClean="0"/>
              <a:t>學</a:t>
            </a:r>
            <a:r>
              <a:rPr lang="zh-TW" dirty="0" smtClean="0"/>
              <a:t>系</a:t>
            </a:r>
            <a:endParaRPr dirty="0"/>
          </a:p>
          <a:p>
            <a:pPr marL="0" lvl="0" indent="0" algn="ctr" rtl="0">
              <a:spcBef>
                <a:spcPts val="1100"/>
              </a:spcBef>
              <a:spcAft>
                <a:spcPts val="0"/>
              </a:spcAft>
              <a:buClr>
                <a:srgbClr val="FFFF99"/>
              </a:buClr>
              <a:buSzPts val="6000"/>
              <a:buFont typeface="DFKai-SB"/>
              <a:buNone/>
            </a:pPr>
            <a:endParaRPr sz="1000" dirty="0"/>
          </a:p>
          <a:p>
            <a:pPr marL="0" lvl="0" indent="0">
              <a:spcBef>
                <a:spcPts val="1420"/>
              </a:spcBef>
              <a:buClr>
                <a:srgbClr val="FFC000"/>
              </a:buClr>
              <a:buSzPts val="7100"/>
            </a:pPr>
            <a:r>
              <a:rPr lang="zh-TW" sz="7100" b="0" i="0" u="none" dirty="0">
                <a:solidFill>
                  <a:srgbClr val="FFC000"/>
                </a:solidFill>
                <a:latin typeface="DFKai-SB"/>
                <a:ea typeface="DFKai-SB"/>
                <a:cs typeface="DFKai-SB"/>
                <a:sym typeface="DFKai-SB"/>
              </a:rPr>
              <a:t>主</a:t>
            </a:r>
            <a:r>
              <a:rPr lang="zh-TW" sz="7100" dirty="0">
                <a:solidFill>
                  <a:srgbClr val="FFC000"/>
                </a:solidFill>
              </a:rPr>
              <a:t>題</a:t>
            </a:r>
            <a:r>
              <a:rPr lang="zh-TW" sz="7100" dirty="0" smtClean="0">
                <a:solidFill>
                  <a:srgbClr val="FFC000"/>
                </a:solidFill>
              </a:rPr>
              <a:t>：</a:t>
            </a:r>
            <a:r>
              <a:rPr lang="zh-TW" altLang="en-US" sz="7100" dirty="0" smtClean="0">
                <a:solidFill>
                  <a:srgbClr val="FFC000"/>
                </a:solidFill>
              </a:rPr>
              <a:t>產</a:t>
            </a:r>
            <a:r>
              <a:rPr lang="zh-TW" altLang="en-US" sz="7100" dirty="0">
                <a:solidFill>
                  <a:srgbClr val="FFC000"/>
                </a:solidFill>
              </a:rPr>
              <a:t>學</a:t>
            </a:r>
            <a:r>
              <a:rPr lang="zh-TW" altLang="en-US" sz="7100" dirty="0" smtClean="0">
                <a:solidFill>
                  <a:srgbClr val="FFC000"/>
                </a:solidFill>
              </a:rPr>
              <a:t>合作介紹</a:t>
            </a:r>
            <a:endParaRPr sz="7100" dirty="0">
              <a:solidFill>
                <a:srgbClr val="FFC000"/>
              </a:solidFill>
            </a:endParaRPr>
          </a:p>
          <a:p>
            <a:pPr marL="0" lvl="0" indent="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EAEAEA"/>
              </a:buClr>
              <a:buSzPts val="1400"/>
              <a:buNone/>
            </a:pPr>
            <a:endParaRPr sz="1400" b="0" i="0" u="none" dirty="0">
              <a:solidFill>
                <a:srgbClr val="FFC0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ctr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EAEAEA"/>
              </a:buClr>
              <a:buSzPts val="1400"/>
              <a:buNone/>
            </a:pPr>
            <a:endParaRPr sz="1400" b="0" i="0" u="none" dirty="0" smtClean="0">
              <a:solidFill>
                <a:srgbClr val="FFC000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ctr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EAEAEA"/>
              </a:buClr>
              <a:buSzPts val="5900"/>
              <a:buNone/>
            </a:pPr>
            <a:endParaRPr lang="en-US" altLang="zh-TW" sz="5900" b="0" i="0" u="none" dirty="0" smtClean="0">
              <a:solidFill>
                <a:srgbClr val="EAEAEA"/>
              </a:solidFill>
              <a:latin typeface="DFKai-SB"/>
              <a:ea typeface="DFKai-SB"/>
              <a:cs typeface="DFKai-SB"/>
              <a:sym typeface="DFKai-SB"/>
            </a:endParaRPr>
          </a:p>
          <a:p>
            <a:pPr marL="0" lvl="0" indent="0" algn="ctr" rtl="0">
              <a:lnSpc>
                <a:spcPct val="100000"/>
              </a:lnSpc>
              <a:spcBef>
                <a:spcPts val="1180"/>
              </a:spcBef>
              <a:spcAft>
                <a:spcPts val="0"/>
              </a:spcAft>
              <a:buClr>
                <a:srgbClr val="EAEAEA"/>
              </a:buClr>
              <a:buSzPts val="5900"/>
              <a:buNone/>
            </a:pPr>
            <a:r>
              <a:rPr lang="zh-TW" sz="5900" b="0" i="0" u="none" dirty="0" smtClean="0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rPr>
              <a:t>報告人：</a:t>
            </a:r>
            <a:r>
              <a:rPr lang="zh-TW" altLang="en-US" sz="5900" dirty="0" smtClean="0"/>
              <a:t>吳志成</a:t>
            </a:r>
            <a:endParaRPr dirty="0"/>
          </a:p>
          <a:p>
            <a:pPr marL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AEAEA"/>
              </a:buClr>
              <a:buSzPts val="4000"/>
              <a:buNone/>
            </a:pPr>
            <a:r>
              <a:rPr lang="zh-TW" sz="4000" b="0" i="0" u="none" dirty="0" smtClean="0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rPr>
              <a:t>1</a:t>
            </a:r>
            <a:r>
              <a:rPr lang="zh-TW" sz="4000" dirty="0" smtClean="0"/>
              <a:t>1</a:t>
            </a:r>
            <a:r>
              <a:rPr lang="en-US" altLang="zh-TW" sz="4000" dirty="0" smtClean="0"/>
              <a:t>5</a:t>
            </a:r>
            <a:r>
              <a:rPr lang="zh-TW" sz="4000" b="0" i="0" u="none" dirty="0" smtClean="0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rPr>
              <a:t>.0</a:t>
            </a:r>
            <a:r>
              <a:rPr lang="en-US" altLang="zh-TW" sz="4000" b="0" i="0" u="none" dirty="0" smtClean="0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rPr>
              <a:t>5</a:t>
            </a:r>
            <a:r>
              <a:rPr lang="zh-TW" sz="4000" b="0" i="0" u="none" dirty="0" smtClean="0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rPr>
              <a:t>.</a:t>
            </a:r>
            <a:r>
              <a:rPr lang="en-US" altLang="zh-TW" sz="4000" b="0" i="0" u="none" dirty="0" smtClean="0">
                <a:solidFill>
                  <a:srgbClr val="EAEAEA"/>
                </a:solidFill>
                <a:latin typeface="DFKai-SB"/>
                <a:ea typeface="DFKai-SB"/>
                <a:cs typeface="DFKai-SB"/>
                <a:sym typeface="DFKai-SB"/>
              </a:rPr>
              <a:t>06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solidFill>
                  <a:srgbClr val="FFC000"/>
                </a:solidFill>
              </a:rPr>
              <a:t>期望</a:t>
            </a:r>
            <a:r>
              <a:rPr lang="en-US" altLang="zh-TW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效益</a:t>
            </a:r>
            <a:r>
              <a:rPr lang="en-US" altLang="zh-TW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目標</a:t>
            </a:r>
            <a:endParaRPr lang="zh-TW" altLang="en-US" dirty="0">
              <a:solidFill>
                <a:srgbClr val="FFC000"/>
              </a:solidFill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04849" y="1550065"/>
            <a:ext cx="12415837" cy="6191251"/>
          </a:xfrm>
        </p:spPr>
        <p:txBody>
          <a:bodyPr/>
          <a:lstStyle/>
          <a:p>
            <a:r>
              <a:rPr lang="zh-TW" altLang="en-US" dirty="0" smtClean="0"/>
              <a:t>協助企業解決問題，</a:t>
            </a:r>
            <a:r>
              <a:rPr lang="zh-TW" altLang="en-US" dirty="0"/>
              <a:t>增進交流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提供學生業界實務經驗，增強競爭力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zh-TW" altLang="en-US" dirty="0" smtClean="0"/>
              <a:t>畢業即就業，樂在工作</a:t>
            </a:r>
            <a:endParaRPr lang="en-US" altLang="zh-TW" dirty="0" smtClean="0"/>
          </a:p>
          <a:p>
            <a:pPr algn="ctr"/>
            <a:r>
              <a:rPr lang="zh-TW" altLang="en-US" dirty="0" smtClean="0">
                <a:solidFill>
                  <a:srgbClr val="FFC000"/>
                </a:solidFill>
              </a:rPr>
              <a:t>業界</a:t>
            </a:r>
            <a:r>
              <a:rPr lang="zh-TW" altLang="en-US" dirty="0">
                <a:solidFill>
                  <a:srgbClr val="FFC000"/>
                </a:solidFill>
              </a:rPr>
              <a:t>出題、學界解題</a:t>
            </a:r>
          </a:p>
          <a:p>
            <a:pPr algn="ctr"/>
            <a:r>
              <a:rPr lang="zh-TW" altLang="en-US" dirty="0">
                <a:solidFill>
                  <a:srgbClr val="FFC000"/>
                </a:solidFill>
              </a:rPr>
              <a:t>老師帶領學生執行產學合作</a:t>
            </a:r>
          </a:p>
          <a:p>
            <a:endParaRPr lang="zh-TW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072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0317" y="167148"/>
            <a:ext cx="12415837" cy="1346200"/>
          </a:xfrm>
        </p:spPr>
        <p:txBody>
          <a:bodyPr/>
          <a:lstStyle/>
          <a:p>
            <a:r>
              <a:rPr lang="zh-TW" altLang="en-US" dirty="0" smtClean="0"/>
              <a:t>報告內容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97129" y="2183129"/>
            <a:ext cx="12415837" cy="5338547"/>
          </a:xfrm>
        </p:spPr>
        <p:txBody>
          <a:bodyPr/>
          <a:lstStyle/>
          <a:p>
            <a:r>
              <a:rPr lang="en-US" altLang="zh-TW" dirty="0"/>
              <a:t>1</a:t>
            </a:r>
            <a:r>
              <a:rPr lang="en-US" altLang="zh-TW" dirty="0" smtClean="0"/>
              <a:t>. </a:t>
            </a:r>
            <a:r>
              <a:rPr lang="zh-TW" altLang="en-US" dirty="0" smtClean="0">
                <a:solidFill>
                  <a:schemeClr val="bg1"/>
                </a:solidFill>
              </a:rPr>
              <a:t>花蓮</a:t>
            </a:r>
            <a:r>
              <a:rPr lang="zh-TW" altLang="en-US" dirty="0">
                <a:solidFill>
                  <a:schemeClr val="bg1"/>
                </a:solidFill>
              </a:rPr>
              <a:t>慈濟醫學中心</a:t>
            </a:r>
            <a:r>
              <a:rPr lang="zh-TW" altLang="en-US" dirty="0">
                <a:solidFill>
                  <a:srgbClr val="FFC000"/>
                </a:solidFill>
              </a:rPr>
              <a:t>牙科蛀牙</a:t>
            </a:r>
            <a:r>
              <a:rPr lang="en-US" altLang="zh-TW" dirty="0" smtClean="0">
                <a:solidFill>
                  <a:srgbClr val="FFC000"/>
                </a:solidFill>
              </a:rPr>
              <a:t>AI</a:t>
            </a:r>
            <a:r>
              <a:rPr lang="zh-TW" altLang="en-US" dirty="0" smtClean="0">
                <a:solidFill>
                  <a:srgbClr val="FFC000"/>
                </a:solidFill>
              </a:rPr>
              <a:t>辨識系統</a:t>
            </a:r>
            <a:r>
              <a:rPr lang="zh-TW" altLang="en-US" dirty="0">
                <a:solidFill>
                  <a:schemeClr val="bg1"/>
                </a:solidFill>
              </a:rPr>
              <a:t>開發產學合作計畫</a:t>
            </a:r>
            <a:endParaRPr lang="en-US" altLang="zh-TW" dirty="0" smtClean="0">
              <a:solidFill>
                <a:schemeClr val="bg1"/>
              </a:solidFill>
            </a:endParaRPr>
          </a:p>
          <a:p>
            <a:endParaRPr lang="en-US" altLang="zh-TW" dirty="0" smtClean="0"/>
          </a:p>
          <a:p>
            <a:r>
              <a:rPr lang="en-US" altLang="zh-TW" dirty="0"/>
              <a:t>2</a:t>
            </a:r>
            <a:r>
              <a:rPr lang="en-US" altLang="zh-TW" dirty="0" smtClean="0"/>
              <a:t>. </a:t>
            </a:r>
            <a:r>
              <a:rPr lang="en-US" altLang="zh-TW" dirty="0" smtClean="0">
                <a:solidFill>
                  <a:schemeClr val="bg1"/>
                </a:solidFill>
              </a:rPr>
              <a:t>115</a:t>
            </a:r>
            <a:r>
              <a:rPr lang="zh-TW" altLang="en-US" dirty="0">
                <a:solidFill>
                  <a:schemeClr val="bg1"/>
                </a:solidFill>
              </a:rPr>
              <a:t>年度</a:t>
            </a:r>
            <a:r>
              <a:rPr lang="zh-TW" altLang="en-US" dirty="0">
                <a:solidFill>
                  <a:srgbClr val="FFC000"/>
                </a:solidFill>
              </a:rPr>
              <a:t>人體生物</a:t>
            </a:r>
            <a:r>
              <a:rPr lang="zh-TW" altLang="en-US" dirty="0" smtClean="0">
                <a:solidFill>
                  <a:srgbClr val="FFC000"/>
                </a:solidFill>
              </a:rPr>
              <a:t>資料庫</a:t>
            </a:r>
            <a:r>
              <a:rPr lang="zh-TW" altLang="en-US" dirty="0">
                <a:solidFill>
                  <a:srgbClr val="FFC000"/>
                </a:solidFill>
              </a:rPr>
              <a:t>資訊系統優化</a:t>
            </a:r>
            <a:r>
              <a:rPr lang="zh-TW" altLang="en-US" dirty="0" smtClean="0">
                <a:solidFill>
                  <a:schemeClr val="bg1"/>
                </a:solidFill>
              </a:rPr>
              <a:t>暨參與者</a:t>
            </a:r>
            <a:r>
              <a:rPr lang="zh-TW" altLang="en-US" dirty="0">
                <a:solidFill>
                  <a:schemeClr val="bg1"/>
                </a:solidFill>
              </a:rPr>
              <a:t>同意書</a:t>
            </a:r>
            <a:r>
              <a:rPr lang="en-US" altLang="zh-TW" dirty="0">
                <a:solidFill>
                  <a:schemeClr val="bg1"/>
                </a:solidFill>
              </a:rPr>
              <a:t>e</a:t>
            </a:r>
            <a:r>
              <a:rPr lang="zh-TW" altLang="en-US" dirty="0" smtClean="0">
                <a:solidFill>
                  <a:schemeClr val="bg1"/>
                </a:solidFill>
              </a:rPr>
              <a:t>化</a:t>
            </a:r>
            <a:endParaRPr lang="zh-TW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7011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35050" y="2839720"/>
            <a:ext cx="11723688" cy="1731963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C000"/>
                </a:solidFill>
              </a:rPr>
              <a:t>1.</a:t>
            </a:r>
            <a:r>
              <a:rPr lang="zh-TW" altLang="en-US" dirty="0" smtClean="0">
                <a:solidFill>
                  <a:srgbClr val="FFC000"/>
                </a:solidFill>
              </a:rPr>
              <a:t>牙科</a:t>
            </a:r>
            <a:r>
              <a:rPr lang="zh-TW" altLang="en-US" dirty="0">
                <a:solidFill>
                  <a:srgbClr val="FFC000"/>
                </a:solidFill>
              </a:rPr>
              <a:t>蛀牙</a:t>
            </a:r>
            <a:r>
              <a:rPr lang="en-US" altLang="zh-TW" dirty="0">
                <a:solidFill>
                  <a:srgbClr val="FFC000"/>
                </a:solidFill>
              </a:rPr>
              <a:t>AI</a:t>
            </a:r>
            <a:r>
              <a:rPr lang="zh-TW" altLang="en-US" dirty="0">
                <a:solidFill>
                  <a:srgbClr val="FFC000"/>
                </a:solidFill>
              </a:rPr>
              <a:t>辨識系統</a:t>
            </a:r>
          </a:p>
        </p:txBody>
      </p:sp>
    </p:spTree>
    <p:extLst>
      <p:ext uri="{BB962C8B-B14F-4D97-AF65-F5344CB8AC3E}">
        <p14:creationId xmlns:p14="http://schemas.microsoft.com/office/powerpoint/2010/main" val="1891752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rgbClr val="FFC000"/>
                </a:solidFill>
              </a:rPr>
              <a:t>1.1 </a:t>
            </a:r>
            <a:r>
              <a:rPr lang="zh-TW" altLang="en-US" b="1" dirty="0">
                <a:solidFill>
                  <a:srgbClr val="FFC000"/>
                </a:solidFill>
              </a:rPr>
              <a:t>計畫</a:t>
            </a:r>
            <a:r>
              <a:rPr lang="zh-TW" altLang="en-US" b="1" dirty="0" smtClean="0">
                <a:solidFill>
                  <a:srgbClr val="FFC000"/>
                </a:solidFill>
              </a:rPr>
              <a:t>背景</a:t>
            </a:r>
            <a:endParaRPr lang="zh-TW" altLang="en-US" dirty="0">
              <a:solidFill>
                <a:srgbClr val="FFC000"/>
              </a:solidFill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-</a:t>
            </a:r>
            <a:r>
              <a:rPr lang="zh-TW" altLang="en-US" dirty="0"/>
              <a:t> 與花蓮慈濟醫學中心牙科醫師合作，建立 </a:t>
            </a:r>
            <a:r>
              <a:rPr lang="en-US" altLang="zh-TW" dirty="0"/>
              <a:t>AI </a:t>
            </a:r>
            <a:r>
              <a:rPr lang="zh-TW" altLang="en-US" dirty="0"/>
              <a:t>輔助診斷流程。</a:t>
            </a:r>
          </a:p>
          <a:p>
            <a:r>
              <a:rPr lang="en-US" altLang="zh-TW" dirty="0"/>
              <a:t>-</a:t>
            </a:r>
            <a:r>
              <a:rPr lang="zh-TW" altLang="en-US" dirty="0"/>
              <a:t> 收集 </a:t>
            </a:r>
            <a:r>
              <a:rPr lang="en-US" altLang="zh-TW" dirty="0"/>
              <a:t>300 </a:t>
            </a:r>
            <a:r>
              <a:rPr lang="zh-TW" altLang="en-US" dirty="0"/>
              <a:t>位病患之根尖片 </a:t>
            </a:r>
            <a:r>
              <a:rPr lang="en-US" altLang="zh-TW" dirty="0"/>
              <a:t>(PA) </a:t>
            </a:r>
            <a:r>
              <a:rPr lang="zh-TW" altLang="en-US" dirty="0"/>
              <a:t>與全景 </a:t>
            </a:r>
            <a:r>
              <a:rPr lang="en-US" altLang="zh-TW" dirty="0"/>
              <a:t>X </a:t>
            </a:r>
            <a:r>
              <a:rPr lang="zh-TW" altLang="en-US" dirty="0"/>
              <a:t>光影像 </a:t>
            </a:r>
            <a:r>
              <a:rPr lang="en-US" altLang="zh-TW" dirty="0"/>
              <a:t>(PANO)</a:t>
            </a:r>
            <a:r>
              <a:rPr lang="zh-TW" altLang="en-US" dirty="0"/>
              <a:t>。</a:t>
            </a:r>
          </a:p>
          <a:p>
            <a:r>
              <a:rPr lang="en-US" altLang="zh-TW" dirty="0"/>
              <a:t>-</a:t>
            </a:r>
            <a:r>
              <a:rPr lang="zh-TW" altLang="en-US" dirty="0"/>
              <a:t> 邀請資深牙科醫師協助標記蛀牙，建立高品質訓練資料集。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63143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rgbClr val="FFC000"/>
                </a:solidFill>
              </a:rPr>
              <a:t>1.2 </a:t>
            </a:r>
            <a:r>
              <a:rPr lang="zh-TW" altLang="en-US" b="1" dirty="0">
                <a:solidFill>
                  <a:srgbClr val="FFC000"/>
                </a:solidFill>
              </a:rPr>
              <a:t>計畫</a:t>
            </a:r>
            <a:r>
              <a:rPr lang="zh-TW" altLang="en-US" b="1" dirty="0" smtClean="0">
                <a:solidFill>
                  <a:srgbClr val="FFC000"/>
                </a:solidFill>
              </a:rPr>
              <a:t>目標</a:t>
            </a:r>
            <a:endParaRPr lang="zh-TW" altLang="en-US" dirty="0">
              <a:solidFill>
                <a:srgbClr val="FFC000"/>
              </a:solidFill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-</a:t>
            </a:r>
            <a:r>
              <a:rPr lang="zh-TW" altLang="en-US" dirty="0"/>
              <a:t> 設計高準確率、低延遲、可視化診斷輸出即時</a:t>
            </a:r>
            <a:r>
              <a:rPr lang="zh-TW" altLang="en-US" dirty="0" smtClean="0"/>
              <a:t>輔助判</a:t>
            </a:r>
            <a:r>
              <a:rPr lang="zh-TW" altLang="en-US" dirty="0"/>
              <a:t>讀系統、提升牙科影像判讀效率及正確性。</a:t>
            </a:r>
          </a:p>
          <a:p>
            <a:r>
              <a:rPr lang="en-US" altLang="zh-TW" dirty="0"/>
              <a:t>-</a:t>
            </a:r>
            <a:r>
              <a:rPr lang="zh-TW" altLang="en-US" dirty="0"/>
              <a:t> 達成</a:t>
            </a:r>
            <a:r>
              <a:rPr lang="en-US" altLang="zh-TW" dirty="0"/>
              <a:t>3</a:t>
            </a:r>
            <a:r>
              <a:rPr lang="zh-TW" altLang="en-US" dirty="0"/>
              <a:t>個主要功能</a:t>
            </a:r>
          </a:p>
          <a:p>
            <a:pPr lvl="1"/>
            <a:r>
              <a:rPr lang="en-US" altLang="zh-TW" sz="3600" dirty="0"/>
              <a:t>1. </a:t>
            </a:r>
            <a:r>
              <a:rPr lang="zh-TW" altLang="en-US" sz="3600" dirty="0"/>
              <a:t>牙齒偵測 </a:t>
            </a:r>
            <a:r>
              <a:rPr lang="en-US" altLang="zh-TW" sz="3600" dirty="0"/>
              <a:t>(YOLOv8)</a:t>
            </a:r>
          </a:p>
          <a:p>
            <a:pPr lvl="1"/>
            <a:r>
              <a:rPr lang="en-US" altLang="zh-TW" sz="3600" dirty="0"/>
              <a:t>2. </a:t>
            </a:r>
            <a:r>
              <a:rPr lang="zh-TW" altLang="en-US" sz="3600" dirty="0"/>
              <a:t>牙位編號</a:t>
            </a:r>
          </a:p>
          <a:p>
            <a:pPr lvl="1"/>
            <a:r>
              <a:rPr lang="en-US" altLang="zh-TW" sz="3600" dirty="0"/>
              <a:t>3. </a:t>
            </a:r>
            <a:r>
              <a:rPr lang="zh-TW" altLang="en-US" sz="3600" dirty="0"/>
              <a:t>蛀牙辨識 </a:t>
            </a:r>
            <a:r>
              <a:rPr lang="en-US" altLang="zh-TW" sz="3600" dirty="0"/>
              <a:t>(U-Net++)</a:t>
            </a:r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38133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rgbClr val="FFC000"/>
                </a:solidFill>
              </a:rPr>
              <a:t>1.3 </a:t>
            </a:r>
            <a:r>
              <a:rPr lang="zh-TW" altLang="en-US" b="1" dirty="0">
                <a:solidFill>
                  <a:srgbClr val="FFC000"/>
                </a:solidFill>
              </a:rPr>
              <a:t>系統架構、實驗結果與</a:t>
            </a:r>
            <a:r>
              <a:rPr lang="zh-TW" altLang="en-US" b="1" dirty="0" smtClean="0">
                <a:solidFill>
                  <a:srgbClr val="FFC000"/>
                </a:solidFill>
              </a:rPr>
              <a:t>評估</a:t>
            </a:r>
            <a:endParaRPr lang="zh-TW" altLang="en-US" dirty="0">
              <a:solidFill>
                <a:srgbClr val="FFC000"/>
              </a:solidFill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8975" y="1884362"/>
            <a:ext cx="12415837" cy="5830888"/>
          </a:xfrm>
        </p:spPr>
        <p:txBody>
          <a:bodyPr/>
          <a:lstStyle/>
          <a:p>
            <a:r>
              <a:rPr lang="en-US" altLang="zh-TW" sz="3600" dirty="0"/>
              <a:t>-</a:t>
            </a:r>
            <a:r>
              <a:rPr lang="zh-TW" altLang="en-US" sz="3600" dirty="0"/>
              <a:t> 採用雙階段深度學習架構：</a:t>
            </a:r>
            <a:r>
              <a:rPr lang="en-US" altLang="zh-TW" sz="3600" dirty="0">
                <a:solidFill>
                  <a:srgbClr val="FFC000"/>
                </a:solidFill>
              </a:rPr>
              <a:t>YOLOv8</a:t>
            </a:r>
            <a:r>
              <a:rPr lang="en-US" altLang="zh-TW" sz="3600" dirty="0"/>
              <a:t> </a:t>
            </a:r>
            <a:r>
              <a:rPr lang="zh-TW" altLang="en-US" sz="3600" dirty="0"/>
              <a:t>進行牙齒偵測，</a:t>
            </a:r>
            <a:r>
              <a:rPr lang="en-US" altLang="zh-TW" sz="3600" dirty="0">
                <a:solidFill>
                  <a:srgbClr val="FFC000"/>
                </a:solidFill>
              </a:rPr>
              <a:t>U-Net++</a:t>
            </a:r>
            <a:r>
              <a:rPr lang="en-US" altLang="zh-TW" sz="3600" dirty="0"/>
              <a:t> </a:t>
            </a:r>
            <a:r>
              <a:rPr lang="zh-TW" altLang="en-US" sz="3600" dirty="0"/>
              <a:t>進行蛀牙分割。</a:t>
            </a:r>
          </a:p>
          <a:p>
            <a:r>
              <a:rPr lang="en-US" altLang="zh-TW" sz="3600" dirty="0" smtClean="0"/>
              <a:t>-</a:t>
            </a:r>
            <a:r>
              <a:rPr lang="zh-TW" altLang="en-US" sz="3600" dirty="0" smtClean="0"/>
              <a:t> 影像</a:t>
            </a:r>
            <a:r>
              <a:rPr lang="zh-TW" altLang="en-US" sz="3600" dirty="0"/>
              <a:t>前處理與資料增強包括：亮度調整、雙邊濾波、</a:t>
            </a:r>
            <a:r>
              <a:rPr lang="en-US" altLang="zh-TW" sz="3600" dirty="0"/>
              <a:t>CLAHE</a:t>
            </a:r>
            <a:r>
              <a:rPr lang="zh-TW" altLang="en-US" sz="3600" dirty="0" smtClean="0"/>
              <a:t>濾波等。</a:t>
            </a:r>
            <a:endParaRPr lang="en-US" altLang="zh-TW" sz="3600" dirty="0" smtClean="0"/>
          </a:p>
          <a:p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zh-TW" altLang="en-US" sz="3600" dirty="0"/>
              <a:t>主要評估指標：</a:t>
            </a:r>
          </a:p>
          <a:p>
            <a:r>
              <a:rPr lang="zh-TW" altLang="en-US" sz="3600" dirty="0"/>
              <a:t>  </a:t>
            </a:r>
            <a:r>
              <a:rPr lang="en-US" altLang="zh-TW" sz="3600" dirty="0"/>
              <a:t>-</a:t>
            </a:r>
            <a:r>
              <a:rPr lang="zh-TW" altLang="en-US" sz="3600" dirty="0"/>
              <a:t> </a:t>
            </a:r>
            <a:r>
              <a:rPr lang="en-US" altLang="zh-TW" sz="3600" dirty="0">
                <a:solidFill>
                  <a:srgbClr val="FFC000"/>
                </a:solidFill>
              </a:rPr>
              <a:t>Precision 94.26%</a:t>
            </a:r>
          </a:p>
          <a:p>
            <a:r>
              <a:rPr lang="en-US" altLang="zh-TW" sz="3600" dirty="0">
                <a:solidFill>
                  <a:srgbClr val="FFC000"/>
                </a:solidFill>
              </a:rPr>
              <a:t>  - Recall 96.81%</a:t>
            </a:r>
          </a:p>
          <a:p>
            <a:r>
              <a:rPr lang="en-US" altLang="zh-TW" sz="3600" dirty="0">
                <a:solidFill>
                  <a:srgbClr val="FFC000"/>
                </a:solidFill>
              </a:rPr>
              <a:t>  - F1-score 95.50%</a:t>
            </a:r>
          </a:p>
          <a:p>
            <a:r>
              <a:rPr lang="en-US" altLang="zh-TW" sz="3600" dirty="0"/>
              <a:t>- </a:t>
            </a:r>
            <a:r>
              <a:rPr lang="zh-TW" altLang="en-US" sz="3600" dirty="0"/>
              <a:t>與先前研究進行間接比較（影像資料集不同）。</a:t>
            </a:r>
          </a:p>
          <a:p>
            <a:endParaRPr lang="zh-TW" altLang="en-US" sz="3600" dirty="0"/>
          </a:p>
          <a:p>
            <a:endParaRPr lang="zh-TW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19271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4335" y="350837"/>
            <a:ext cx="12851130" cy="1346200"/>
          </a:xfrm>
        </p:spPr>
        <p:txBody>
          <a:bodyPr/>
          <a:lstStyle/>
          <a:p>
            <a:r>
              <a:rPr lang="zh-TW" altLang="en-US" b="1" dirty="0" smtClean="0">
                <a:solidFill>
                  <a:srgbClr val="FFC000"/>
                </a:solidFill>
              </a:rPr>
              <a:t>標記牙齒</a:t>
            </a:r>
            <a:r>
              <a:rPr lang="zh-TW" altLang="en-US" b="1" dirty="0">
                <a:solidFill>
                  <a:srgbClr val="FFC000"/>
                </a:solidFill>
              </a:rPr>
              <a:t>、標記蛀牙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57" y="2232418"/>
            <a:ext cx="6727243" cy="4204526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1149" y="2232418"/>
            <a:ext cx="6685197" cy="420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220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90854" y="305117"/>
            <a:ext cx="12812077" cy="1346200"/>
          </a:xfrm>
        </p:spPr>
        <p:txBody>
          <a:bodyPr/>
          <a:lstStyle/>
          <a:p>
            <a:r>
              <a:rPr lang="zh-TW" altLang="en-US" b="1" dirty="0" smtClean="0">
                <a:solidFill>
                  <a:srgbClr val="FFC000"/>
                </a:solidFill>
              </a:rPr>
              <a:t>蛀牙</a:t>
            </a:r>
            <a:r>
              <a:rPr lang="zh-TW" altLang="en-US" b="1" dirty="0">
                <a:solidFill>
                  <a:srgbClr val="FFC000"/>
                </a:solidFill>
              </a:rPr>
              <a:t>分割</a:t>
            </a:r>
            <a:r>
              <a:rPr lang="en-US" altLang="zh-TW" b="1" dirty="0">
                <a:solidFill>
                  <a:srgbClr val="FFC000"/>
                </a:solidFill>
              </a:rPr>
              <a:t>-</a:t>
            </a:r>
            <a:r>
              <a:rPr lang="zh-TW" altLang="en-US" b="1" dirty="0">
                <a:solidFill>
                  <a:srgbClr val="FFC000"/>
                </a:solidFill>
              </a:rPr>
              <a:t>數據增強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501" y="1531620"/>
            <a:ext cx="10058400" cy="632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571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8975" y="110807"/>
            <a:ext cx="12415837" cy="1110457"/>
          </a:xfrm>
        </p:spPr>
        <p:txBody>
          <a:bodyPr/>
          <a:lstStyle/>
          <a:p>
            <a:r>
              <a:rPr lang="zh-TW" altLang="en-US" dirty="0">
                <a:solidFill>
                  <a:srgbClr val="FFC000"/>
                </a:solidFill>
              </a:rPr>
              <a:t>研究</a:t>
            </a:r>
            <a:r>
              <a:rPr lang="zh-TW" altLang="en-US" dirty="0" smtClean="0">
                <a:solidFill>
                  <a:srgbClr val="FFC000"/>
                </a:solidFill>
              </a:rPr>
              <a:t>架構</a:t>
            </a:r>
            <a:endParaRPr lang="zh-TW" altLang="en-US" dirty="0">
              <a:solidFill>
                <a:srgbClr val="FFC000"/>
              </a:solidFill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9451" y="1221264"/>
            <a:ext cx="9057801" cy="672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774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1773" y="54629"/>
            <a:ext cx="13350240" cy="1088388"/>
          </a:xfrm>
        </p:spPr>
        <p:txBody>
          <a:bodyPr/>
          <a:lstStyle/>
          <a:p>
            <a:r>
              <a:rPr lang="zh-TW" altLang="en-US" dirty="0">
                <a:solidFill>
                  <a:srgbClr val="FFC000"/>
                </a:solidFill>
              </a:rPr>
              <a:t>牙齒偵測訓練</a:t>
            </a:r>
            <a:r>
              <a:rPr lang="en-US" altLang="zh-TW" dirty="0">
                <a:solidFill>
                  <a:srgbClr val="FFC000"/>
                </a:solidFill>
              </a:rPr>
              <a:t>Precision-Recall </a:t>
            </a:r>
            <a:r>
              <a:rPr lang="en-US" altLang="zh-TW" dirty="0" smtClean="0">
                <a:solidFill>
                  <a:srgbClr val="FFC000"/>
                </a:solidFill>
              </a:rPr>
              <a:t>Curve</a:t>
            </a:r>
            <a:endParaRPr lang="zh-TW" altLang="en-US" dirty="0">
              <a:solidFill>
                <a:srgbClr val="FFC000"/>
              </a:solidFill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6700" y="1143017"/>
            <a:ext cx="8787560" cy="6823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162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47795" y="122237"/>
            <a:ext cx="12415837" cy="1346200"/>
          </a:xfrm>
        </p:spPr>
        <p:txBody>
          <a:bodyPr/>
          <a:lstStyle/>
          <a:p>
            <a:r>
              <a:rPr lang="zh-TW" altLang="en-US" dirty="0">
                <a:solidFill>
                  <a:srgbClr val="FFC000"/>
                </a:solidFill>
              </a:rPr>
              <a:t>預測蛀牙分割與醫師標記</a:t>
            </a:r>
            <a:r>
              <a:rPr lang="zh-TW" altLang="en-US" dirty="0" smtClean="0">
                <a:solidFill>
                  <a:srgbClr val="FFC000"/>
                </a:solidFill>
              </a:rPr>
              <a:t>比較</a:t>
            </a:r>
            <a:endParaRPr lang="zh-TW" altLang="en-US" dirty="0">
              <a:solidFill>
                <a:srgbClr val="FFC000"/>
              </a:solidFill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065" y="1559877"/>
            <a:ext cx="9973299" cy="629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596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 smtClean="0">
                <a:solidFill>
                  <a:srgbClr val="FFC000"/>
                </a:solidFill>
              </a:rPr>
              <a:t>1.4 </a:t>
            </a:r>
            <a:r>
              <a:rPr lang="zh-TW" altLang="en-US" b="1" dirty="0" smtClean="0">
                <a:solidFill>
                  <a:srgbClr val="FFC000"/>
                </a:solidFill>
              </a:rPr>
              <a:t>成果摘要</a:t>
            </a:r>
            <a:endParaRPr lang="zh-TW" altLang="en-US" dirty="0">
              <a:solidFill>
                <a:srgbClr val="FFC000"/>
              </a:solidFill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 smtClean="0"/>
              <a:t>- </a:t>
            </a:r>
            <a:r>
              <a:rPr lang="zh-TW" altLang="en-US" sz="3600" dirty="0" smtClean="0">
                <a:solidFill>
                  <a:srgbClr val="FFC000"/>
                </a:solidFill>
              </a:rPr>
              <a:t>快捷鍵</a:t>
            </a:r>
            <a:r>
              <a:rPr lang="zh-TW" altLang="en-US" sz="3600" dirty="0" smtClean="0"/>
              <a:t>截取螢幕畫面或</a:t>
            </a:r>
            <a:r>
              <a:rPr lang="zh-TW" altLang="en-US" sz="3600" dirty="0" smtClean="0">
                <a:solidFill>
                  <a:srgbClr val="FFC000"/>
                </a:solidFill>
              </a:rPr>
              <a:t>手機拍照</a:t>
            </a:r>
            <a:endParaRPr lang="en-US" altLang="zh-TW" sz="3600" dirty="0" smtClean="0">
              <a:solidFill>
                <a:srgbClr val="FFC000"/>
              </a:solidFill>
            </a:endParaRPr>
          </a:p>
          <a:p>
            <a:pPr marL="228600" indent="0"/>
            <a:r>
              <a:rPr lang="en-US" altLang="zh-TW" sz="3600" dirty="0" smtClean="0"/>
              <a:t>- </a:t>
            </a:r>
            <a:r>
              <a:rPr lang="zh-TW" altLang="en-US" sz="3600" dirty="0" smtClean="0"/>
              <a:t>影像</a:t>
            </a:r>
            <a:r>
              <a:rPr lang="zh-TW" altLang="en-US" sz="3600" dirty="0"/>
              <a:t>上</a:t>
            </a:r>
            <a:r>
              <a:rPr lang="zh-TW" altLang="en-US" sz="3600" dirty="0" smtClean="0"/>
              <a:t>傳</a:t>
            </a:r>
            <a:r>
              <a:rPr lang="en-US" altLang="zh-TW" sz="3600" dirty="0"/>
              <a:t>NVIDIA </a:t>
            </a:r>
            <a:r>
              <a:rPr lang="en-US" altLang="zh-TW" sz="3600" dirty="0" smtClean="0"/>
              <a:t>A100</a:t>
            </a:r>
            <a:r>
              <a:rPr lang="zh-TW" altLang="en-US" sz="3600" dirty="0" smtClean="0"/>
              <a:t>計算預測</a:t>
            </a:r>
            <a:endParaRPr lang="en-US" altLang="zh-TW" sz="3600" dirty="0" smtClean="0"/>
          </a:p>
          <a:p>
            <a:pPr marL="228600" indent="0"/>
            <a:r>
              <a:rPr lang="en-US" altLang="zh-TW" sz="3600" dirty="0" smtClean="0"/>
              <a:t>- </a:t>
            </a:r>
            <a:r>
              <a:rPr lang="zh-TW" altLang="en-US" sz="3600" dirty="0" smtClean="0"/>
              <a:t>結果透過 </a:t>
            </a:r>
            <a:r>
              <a:rPr lang="en-US" altLang="zh-TW" sz="3600" dirty="0"/>
              <a:t>Line Bot </a:t>
            </a:r>
            <a:r>
              <a:rPr lang="zh-TW" altLang="en-US" sz="3600" dirty="0"/>
              <a:t>快速回傳診斷</a:t>
            </a:r>
            <a:r>
              <a:rPr lang="zh-TW" altLang="en-US" sz="3600" dirty="0" smtClean="0"/>
              <a:t>結果</a:t>
            </a:r>
            <a:endParaRPr lang="zh-TW" altLang="en-US" sz="3600" dirty="0"/>
          </a:p>
          <a:p>
            <a:r>
              <a:rPr lang="en-US" altLang="zh-TW" sz="3600" dirty="0"/>
              <a:t>-</a:t>
            </a:r>
            <a:r>
              <a:rPr lang="zh-TW" altLang="en-US" sz="3600" dirty="0"/>
              <a:t> 系統整體回應時間約 </a:t>
            </a:r>
            <a:r>
              <a:rPr lang="zh-TW" altLang="en-US" sz="3600" b="1" dirty="0"/>
              <a:t>**</a:t>
            </a:r>
            <a:r>
              <a:rPr lang="en-US" altLang="zh-TW" sz="3600" b="1" dirty="0"/>
              <a:t>2 </a:t>
            </a:r>
            <a:r>
              <a:rPr lang="zh-TW" altLang="en-US" sz="3600" b="1" dirty="0"/>
              <a:t>秒**</a:t>
            </a:r>
            <a:r>
              <a:rPr lang="zh-TW" altLang="en-US" sz="3600" dirty="0"/>
              <a:t>。</a:t>
            </a:r>
          </a:p>
          <a:p>
            <a:r>
              <a:rPr lang="en-US" altLang="zh-TW" sz="3600" dirty="0"/>
              <a:t>-</a:t>
            </a:r>
            <a:r>
              <a:rPr lang="zh-TW" altLang="en-US" sz="3600" dirty="0"/>
              <a:t> 生成高準確率及辨識率的牙齒、蛀牙診斷影像，顯著提升判讀速度與可視化呈現。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53783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8975" y="122237"/>
            <a:ext cx="12415837" cy="900111"/>
          </a:xfrm>
        </p:spPr>
        <p:txBody>
          <a:bodyPr/>
          <a:lstStyle/>
          <a:p>
            <a:r>
              <a:rPr lang="en-US" altLang="zh-TW" dirty="0" err="1">
                <a:solidFill>
                  <a:srgbClr val="FFC000"/>
                </a:solidFill>
              </a:rPr>
              <a:t>LineBot</a:t>
            </a:r>
            <a:r>
              <a:rPr lang="en-US" altLang="zh-TW" dirty="0">
                <a:solidFill>
                  <a:srgbClr val="FFC000"/>
                </a:solidFill>
              </a:rPr>
              <a:t> </a:t>
            </a:r>
            <a:r>
              <a:rPr lang="zh-TW" altLang="en-US" dirty="0" smtClean="0">
                <a:solidFill>
                  <a:srgbClr val="FFC000"/>
                </a:solidFill>
              </a:rPr>
              <a:t>成果</a:t>
            </a:r>
            <a:endParaRPr lang="zh-TW" altLang="en-US" dirty="0">
              <a:solidFill>
                <a:srgbClr val="FFC000"/>
              </a:solidFill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921" y="1022348"/>
            <a:ext cx="12131891" cy="682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962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solidFill>
                  <a:srgbClr val="FFC000"/>
                </a:solidFill>
              </a:rPr>
              <a:t>成果海報</a:t>
            </a:r>
            <a:endParaRPr lang="zh-TW" altLang="en-US" dirty="0">
              <a:solidFill>
                <a:srgbClr val="FFC000"/>
              </a:solidFill>
            </a:endParaRP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8975" y="2308860"/>
            <a:ext cx="12415837" cy="4904739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C000"/>
                </a:solidFill>
                <a:hlinkClick r:id="rId2" action="ppaction://hlinkfile"/>
              </a:rPr>
              <a:t>111_</a:t>
            </a:r>
            <a:r>
              <a:rPr lang="zh-TW" altLang="en-US" dirty="0" smtClean="0">
                <a:solidFill>
                  <a:srgbClr val="FFC000"/>
                </a:solidFill>
                <a:hlinkClick r:id="rId2" action="ppaction://hlinkfile"/>
              </a:rPr>
              <a:t>牙科蛀牙</a:t>
            </a:r>
            <a:r>
              <a:rPr lang="en-US" altLang="zh-TW" dirty="0" smtClean="0">
                <a:solidFill>
                  <a:srgbClr val="FFC000"/>
                </a:solidFill>
                <a:hlinkClick r:id="rId2" action="ppaction://hlinkfile"/>
              </a:rPr>
              <a:t>AI</a:t>
            </a:r>
            <a:r>
              <a:rPr lang="zh-TW" altLang="en-US" dirty="0" smtClean="0">
                <a:solidFill>
                  <a:srgbClr val="FFC000"/>
                </a:solidFill>
                <a:hlinkClick r:id="rId2" action="ppaction://hlinkfile"/>
              </a:rPr>
              <a:t>系統開發產學合作</a:t>
            </a:r>
            <a:r>
              <a:rPr lang="en-US" altLang="zh-TW" dirty="0" smtClean="0">
                <a:solidFill>
                  <a:srgbClr val="FFC000"/>
                </a:solidFill>
                <a:hlinkClick r:id="rId2" action="ppaction://hlinkfile"/>
              </a:rPr>
              <a:t>_</a:t>
            </a:r>
            <a:r>
              <a:rPr lang="zh-TW" altLang="en-US" dirty="0" smtClean="0">
                <a:solidFill>
                  <a:srgbClr val="FFC000"/>
                </a:solidFill>
                <a:hlinkClick r:id="rId2" action="ppaction://hlinkfile"/>
              </a:rPr>
              <a:t>海報</a:t>
            </a:r>
            <a:r>
              <a:rPr lang="en-US" altLang="zh-TW" dirty="0" smtClean="0">
                <a:solidFill>
                  <a:srgbClr val="FFC000"/>
                </a:solidFill>
                <a:hlinkClick r:id="rId2" action="ppaction://hlinkfile"/>
              </a:rPr>
              <a:t>_</a:t>
            </a:r>
            <a:r>
              <a:rPr lang="zh-TW" altLang="en-US" dirty="0" smtClean="0">
                <a:solidFill>
                  <a:srgbClr val="FFC000"/>
                </a:solidFill>
                <a:hlinkClick r:id="rId2" action="ppaction://hlinkfile"/>
              </a:rPr>
              <a:t>吳志成</a:t>
            </a:r>
            <a:r>
              <a:rPr lang="en-US" altLang="zh-TW" dirty="0" smtClean="0">
                <a:solidFill>
                  <a:srgbClr val="FFC000"/>
                </a:solidFill>
                <a:hlinkClick r:id="rId2" action="ppaction://hlinkfile"/>
              </a:rPr>
              <a:t>.pdf</a:t>
            </a:r>
            <a:endParaRPr lang="zh-TW" alt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1754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35050" y="2839720"/>
            <a:ext cx="11723688" cy="1731963"/>
          </a:xfrm>
        </p:spPr>
        <p:txBody>
          <a:bodyPr/>
          <a:lstStyle/>
          <a:p>
            <a:r>
              <a:rPr lang="zh-TW" altLang="en-US" dirty="0" smtClean="0">
                <a:solidFill>
                  <a:srgbClr val="FFC000"/>
                </a:solidFill>
              </a:rPr>
              <a:t>二</a:t>
            </a:r>
            <a:r>
              <a:rPr lang="en-US" altLang="zh-TW" dirty="0" smtClean="0">
                <a:solidFill>
                  <a:srgbClr val="FFC000"/>
                </a:solidFill>
              </a:rPr>
              <a:t>.</a:t>
            </a:r>
            <a:r>
              <a:rPr lang="zh-TW" altLang="en-US" dirty="0">
                <a:solidFill>
                  <a:srgbClr val="FFC000"/>
                </a:solidFill>
              </a:rPr>
              <a:t>人體生物</a:t>
            </a:r>
            <a:r>
              <a:rPr lang="zh-TW" altLang="en-US" dirty="0" smtClean="0">
                <a:solidFill>
                  <a:srgbClr val="FFC000"/>
                </a:solidFill>
              </a:rPr>
              <a:t>資料庫</a:t>
            </a:r>
            <a:r>
              <a:rPr lang="zh-TW" altLang="en-US" dirty="0">
                <a:solidFill>
                  <a:srgbClr val="FFC000"/>
                </a:solidFill>
              </a:rPr>
              <a:t>資訊系統優</a:t>
            </a:r>
            <a:r>
              <a:rPr lang="zh-TW" altLang="en-US" dirty="0" smtClean="0">
                <a:solidFill>
                  <a:srgbClr val="FFC000"/>
                </a:solidFill>
              </a:rPr>
              <a:t>化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17259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國家級人體生物資料庫整合</a:t>
            </a:r>
            <a:r>
              <a:rPr lang="zh-TW" altLang="en-US" dirty="0" smtClean="0"/>
              <a:t>平台</a:t>
            </a:r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zh-TW" altLang="en-US" dirty="0" smtClean="0"/>
              <a:t>中央</a:t>
            </a:r>
            <a:r>
              <a:rPr lang="zh-TW" altLang="en-US" dirty="0"/>
              <a:t>辦公室揭</a:t>
            </a:r>
            <a:r>
              <a:rPr lang="zh-TW" altLang="en-US" dirty="0" smtClean="0"/>
              <a:t>牌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292" y="2241757"/>
            <a:ext cx="9300902" cy="4699818"/>
          </a:xfrm>
          <a:prstGeom prst="rect">
            <a:avLst/>
          </a:prstGeom>
        </p:spPr>
      </p:pic>
      <p:sp>
        <p:nvSpPr>
          <p:cNvPr id="7" name="直排內容版面配置區 1"/>
          <p:cNvSpPr txBox="1">
            <a:spLocks/>
          </p:cNvSpPr>
          <p:nvPr/>
        </p:nvSpPr>
        <p:spPr bwMode="auto">
          <a:xfrm>
            <a:off x="71180" y="1984016"/>
            <a:ext cx="3930549" cy="5999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marL="411436" indent="-411436" algn="l" defTabSz="431472" rtl="0" eaLnBrk="1" fontAlgn="auto" hangingPunct="1">
              <a:lnSpc>
                <a:spcPct val="1100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95000"/>
                </a:schemeClr>
              </a:buClr>
              <a:buSzPct val="120000"/>
              <a:buFont typeface="Arial" panose="020B0604020202020204" pitchFamily="34" charset="0"/>
              <a:buChar char="•"/>
              <a:defRPr lang="en-SG" sz="5189" b="0" i="0" baseline="0" dirty="0">
                <a:solidFill>
                  <a:schemeClr val="tx1">
                    <a:lumMod val="95000"/>
                  </a:schemeClr>
                </a:solidFill>
                <a:latin typeface="DFKai-SB" panose="03000509000000000000"/>
                <a:ea typeface="DFKai-SB" panose="03000509000000000000"/>
                <a:cs typeface="+mn-cs"/>
              </a:defRPr>
            </a:lvl1pPr>
            <a:lvl2pPr marL="1433158" indent="-878190" algn="l" defTabSz="431472" rtl="0" eaLnBrk="1" fontAlgn="auto" hangingPunct="1">
              <a:lnSpc>
                <a:spcPct val="150000"/>
              </a:lnSpc>
              <a:spcBef>
                <a:spcPts val="108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2pPr>
            <a:lvl3pPr marL="1603917" indent="-493982" algn="l" defTabSz="431472" rtl="0" eaLnBrk="1" fontAlgn="auto" hangingPunct="1">
              <a:lnSpc>
                <a:spcPct val="150000"/>
              </a:lnSpc>
              <a:spcBef>
                <a:spcPts val="744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3pPr>
            <a:lvl4pPr marL="2164983" indent="-493982" algn="l" defTabSz="431472" rtl="0" eaLnBrk="1" fontAlgn="auto" hangingPunct="1">
              <a:lnSpc>
                <a:spcPct val="150000"/>
              </a:lnSpc>
              <a:spcBef>
                <a:spcPts val="625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4pPr>
            <a:lvl5pPr marL="2726049" indent="-493982" algn="l" defTabSz="431472" rtl="0" eaLnBrk="1" fontAlgn="auto" hangingPunct="1">
              <a:lnSpc>
                <a:spcPct val="150000"/>
              </a:lnSpc>
              <a:spcBef>
                <a:spcPts val="625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4890">
                <a:solidFill>
                  <a:schemeClr val="bg1">
                    <a:lumMod val="85000"/>
                  </a:schemeClr>
                </a:solidFill>
                <a:latin typeface="DFKai-SB" panose="03000509000000000000" pitchFamily="65" charset="-120"/>
                <a:ea typeface="DFKai-SB" panose="03000509000000000000" pitchFamily="65" charset="-120"/>
              </a:defRPr>
            </a:lvl5pPr>
            <a:lvl6pPr marL="2950171" indent="-279009" algn="l" defTabSz="431472" rtl="0" eaLnBrk="1" fontAlgn="base" hangingPunct="1">
              <a:lnSpc>
                <a:spcPct val="70000"/>
              </a:lnSpc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•"/>
              <a:defRPr sz="2497">
                <a:solidFill>
                  <a:srgbClr val="000000"/>
                </a:solidFill>
                <a:latin typeface="+mn-lt"/>
                <a:ea typeface="新細明體" pitchFamily="18" charset="-120"/>
              </a:defRPr>
            </a:lvl6pPr>
            <a:lvl7pPr marL="3389266" indent="-279009" algn="l" defTabSz="431472" rtl="0" eaLnBrk="1" fontAlgn="base" hangingPunct="1">
              <a:lnSpc>
                <a:spcPct val="70000"/>
              </a:lnSpc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•"/>
              <a:defRPr sz="2497">
                <a:solidFill>
                  <a:srgbClr val="000000"/>
                </a:solidFill>
                <a:latin typeface="+mn-lt"/>
                <a:ea typeface="新細明體" pitchFamily="18" charset="-120"/>
              </a:defRPr>
            </a:lvl7pPr>
            <a:lvl8pPr marL="3828361" indent="-279009" algn="l" defTabSz="431472" rtl="0" eaLnBrk="1" fontAlgn="base" hangingPunct="1">
              <a:lnSpc>
                <a:spcPct val="70000"/>
              </a:lnSpc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•"/>
              <a:defRPr sz="2497">
                <a:solidFill>
                  <a:srgbClr val="000000"/>
                </a:solidFill>
                <a:latin typeface="+mn-lt"/>
                <a:ea typeface="新細明體" pitchFamily="18" charset="-120"/>
              </a:defRPr>
            </a:lvl8pPr>
            <a:lvl9pPr marL="4267456" indent="-279009" algn="l" defTabSz="431472" rtl="0" eaLnBrk="1" fontAlgn="base" hangingPunct="1">
              <a:lnSpc>
                <a:spcPct val="70000"/>
              </a:lnSpc>
              <a:spcBef>
                <a:spcPts val="625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•"/>
              <a:defRPr sz="2497">
                <a:solidFill>
                  <a:srgbClr val="000000"/>
                </a:solidFill>
                <a:latin typeface="+mn-lt"/>
                <a:ea typeface="新細明體" pitchFamily="18" charset="-120"/>
              </a:defRPr>
            </a:lvl9pPr>
          </a:lstStyle>
          <a:p>
            <a:pPr>
              <a:buClr>
                <a:srgbClr val="FFFFFF">
                  <a:lumMod val="95000"/>
                </a:srgbClr>
              </a:buClr>
            </a:pPr>
            <a:r>
              <a:rPr lang="zh-TW" altLang="en-US" sz="4400" b="1" dirty="0" smtClean="0">
                <a:solidFill>
                  <a:schemeClr val="bg1"/>
                </a:solidFill>
              </a:rPr>
              <a:t>接</a:t>
            </a:r>
            <a:r>
              <a:rPr lang="zh-TW" altLang="en-US" sz="4400" b="1" dirty="0">
                <a:solidFill>
                  <a:schemeClr val="bg1"/>
                </a:solidFill>
              </a:rPr>
              <a:t>軌</a:t>
            </a:r>
            <a:r>
              <a:rPr lang="zh-TW" altLang="en-US" sz="4400" b="1" dirty="0">
                <a:solidFill>
                  <a:srgbClr val="FFC000"/>
                </a:solidFill>
              </a:rPr>
              <a:t>精準醫療</a:t>
            </a:r>
            <a:r>
              <a:rPr lang="zh-TW" altLang="en-US" sz="4400" b="1" dirty="0">
                <a:solidFill>
                  <a:schemeClr val="bg1"/>
                </a:solidFill>
              </a:rPr>
              <a:t>，</a:t>
            </a:r>
            <a:r>
              <a:rPr lang="zh-TW" altLang="en-US" sz="4400" b="1" dirty="0" smtClean="0">
                <a:solidFill>
                  <a:schemeClr val="bg1"/>
                </a:solidFill>
              </a:rPr>
              <a:t>各醫學中心紛</a:t>
            </a:r>
            <a:r>
              <a:rPr lang="zh-TW" altLang="en-US" sz="4400" b="1" dirty="0">
                <a:solidFill>
                  <a:schemeClr val="bg1"/>
                </a:solidFill>
              </a:rPr>
              <a:t>紛建立人體生物資料庫，從中探索疾病與人體生物因子的關聯</a:t>
            </a:r>
            <a:r>
              <a:rPr lang="zh-TW" altLang="en-US" sz="4000" b="1" dirty="0" smtClean="0">
                <a:solidFill>
                  <a:schemeClr val="bg1"/>
                </a:solidFill>
              </a:rPr>
              <a:t>。</a:t>
            </a:r>
            <a:endParaRPr lang="en-US" altLang="zh-TW" sz="4000" b="1" dirty="0" smtClean="0">
              <a:solidFill>
                <a:schemeClr val="bg1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795655" y="6941575"/>
            <a:ext cx="36056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dirty="0" smtClean="0">
                <a:solidFill>
                  <a:schemeClr val="bg1"/>
                </a:solidFill>
              </a:rPr>
              <a:t>2020-10-16</a:t>
            </a:r>
            <a:endParaRPr lang="zh-TW" altLang="en-U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998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5">
            <a:extLst>
              <a:ext uri="{FF2B5EF4-FFF2-40B4-BE49-F238E27FC236}">
                <a16:creationId xmlns:a16="http://schemas.microsoft.com/office/drawing/2014/main" id="{B4A9B0C2-625E-4875-AAC5-382A9A18D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1703" y="873509"/>
            <a:ext cx="11553943" cy="1319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0063" tIns="60031" rIns="120063" bIns="60031">
            <a:spAutoFit/>
          </a:bodyPr>
          <a:lstStyle/>
          <a:p>
            <a:pPr marL="0" marR="0" lvl="0" indent="0" algn="l" defTabSz="878541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1" lang="zh-TW" altLang="en-US" sz="5189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Arial"/>
                <a:sym typeface="Arial"/>
              </a:rPr>
              <a:t>合作機構</a:t>
            </a:r>
            <a:r>
              <a:rPr kumimoji="1" lang="en-US" altLang="zh-TW" sz="5189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Arial"/>
                <a:sym typeface="Arial"/>
              </a:rPr>
              <a:t>:</a:t>
            </a:r>
            <a:r>
              <a:rPr kumimoji="1" lang="zh-TW" altLang="en-US" sz="5189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Arial"/>
                <a:sym typeface="Arial"/>
              </a:rPr>
              <a:t>花蓮慈濟醫學中心</a:t>
            </a:r>
            <a:endParaRPr kumimoji="1" lang="en-US" altLang="zh-TW" sz="5189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Arial"/>
              <a:sym typeface="Arial"/>
            </a:endParaRPr>
          </a:p>
        </p:txBody>
      </p:sp>
      <p:sp>
        <p:nvSpPr>
          <p:cNvPr id="18" name="Text Box 4">
            <a:extLst>
              <a:ext uri="{FF2B5EF4-FFF2-40B4-BE49-F238E27FC236}">
                <a16:creationId xmlns:a16="http://schemas.microsoft.com/office/drawing/2014/main" id="{7B9E458F-290E-47C8-BC1F-53857D626C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064" y="0"/>
            <a:ext cx="12121072" cy="1165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0063" tIns="60031" rIns="120063" bIns="60031">
            <a:spAutoFit/>
          </a:bodyPr>
          <a:lstStyle/>
          <a:p>
            <a:pPr marL="0" marR="0" lvl="0" indent="0" algn="ctr" defTabSz="87854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1" lang="zh-TW" altLang="en-US" sz="6788" b="0" i="0" u="none" strike="noStrike" kern="100" cap="none" spc="-204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rPr>
              <a:t>人體生物</a:t>
            </a:r>
            <a:r>
              <a:rPr kumimoji="1" lang="zh-TW" altLang="en-US" sz="6788" b="0" i="0" u="none" strike="noStrike" kern="100" cap="none" spc="-20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rPr>
              <a:t>資料庫資訊</a:t>
            </a:r>
            <a:r>
              <a:rPr kumimoji="1" lang="zh-TW" altLang="en-US" sz="6788" b="0" i="0" u="none" strike="noStrike" kern="100" cap="none" spc="-204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Arial"/>
                <a:sym typeface="Arial"/>
              </a:rPr>
              <a:t>系統優化</a:t>
            </a:r>
            <a:endParaRPr kumimoji="1" lang="en-US" altLang="zh-TW" sz="6788" b="0" i="0" u="none" strike="noStrike" kern="100" cap="none" spc="-204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Arial"/>
              <a:sym typeface="Arial"/>
            </a:endParaRPr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1756E36A-AC33-4C41-BF47-8D449E609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0193" y="1685550"/>
            <a:ext cx="11553943" cy="1319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20063" tIns="60031" rIns="120063" bIns="60031">
            <a:spAutoFit/>
          </a:bodyPr>
          <a:lstStyle/>
          <a:p>
            <a:pPr marL="0" marR="0" lvl="0" indent="0" algn="l" defTabSz="878541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1" lang="zh-TW" altLang="en-US" sz="5189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Arial"/>
                <a:sym typeface="Arial"/>
              </a:rPr>
              <a:t>計畫主持人</a:t>
            </a:r>
            <a:r>
              <a:rPr kumimoji="1" lang="en-US" altLang="zh-TW" sz="5189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Arial"/>
                <a:sym typeface="Arial"/>
              </a:rPr>
              <a:t>:</a:t>
            </a:r>
            <a:r>
              <a:rPr kumimoji="1" lang="zh-TW" altLang="en-US" sz="5189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Arial"/>
                <a:sym typeface="Arial"/>
              </a:rPr>
              <a:t>吳志成老師</a:t>
            </a:r>
            <a:endParaRPr kumimoji="1" lang="en-US" altLang="zh-TW" sz="5189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Arial"/>
              <a:sym typeface="Arial"/>
            </a:endParaRPr>
          </a:p>
        </p:txBody>
      </p:sp>
      <p:sp>
        <p:nvSpPr>
          <p:cNvPr id="20" name="直排內容版面配置區 1"/>
          <p:cNvSpPr txBox="1">
            <a:spLocks/>
          </p:cNvSpPr>
          <p:nvPr/>
        </p:nvSpPr>
        <p:spPr bwMode="auto">
          <a:xfrm>
            <a:off x="982980" y="3139482"/>
            <a:ext cx="11978640" cy="4618170"/>
          </a:xfrm>
          <a:prstGeom prst="rect">
            <a:avLst/>
          </a:prstGeom>
          <a:noFill/>
          <a:ln w="2222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3453" tIns="51727" rIns="103453" bIns="51727" numCol="1" anchor="t" anchorCtr="0" compatLnSpc="1">
            <a:prstTxWarp prst="textNoShape">
              <a:avLst/>
            </a:prstTxWarp>
          </a:bodyPr>
          <a:lstStyle>
            <a:lvl1pPr marL="362495" indent="-362495" algn="just" defTabSz="381361" rtl="0" eaLnBrk="1" fontAlgn="auto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Times New Roman" panose="02020603050405020304" pitchFamily="18" charset="0"/>
              <a:buChar char="•"/>
              <a:defRPr sz="4586">
                <a:solidFill>
                  <a:schemeClr val="tx1">
                    <a:lumMod val="9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+mn-cs"/>
              </a:defRPr>
            </a:lvl1pPr>
            <a:lvl2pPr marL="1266712" indent="-776198" algn="l" defTabSz="381361" rtl="0" eaLnBrk="1" fontAlgn="auto" hangingPunct="1">
              <a:lnSpc>
                <a:spcPct val="150000"/>
              </a:lnSpc>
              <a:spcBef>
                <a:spcPts val="955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3820">
                <a:solidFill>
                  <a:schemeClr val="tx1">
                    <a:lumMod val="95000"/>
                  </a:schemeClr>
                </a:solidFill>
                <a:latin typeface="+mn-lt"/>
                <a:ea typeface="細明體" pitchFamily="49" charset="-120"/>
              </a:defRPr>
            </a:lvl2pPr>
            <a:lvl3pPr marL="1417639" indent="-436611" algn="l" defTabSz="381361" rtl="0" eaLnBrk="1" fontAlgn="auto" hangingPunct="1">
              <a:lnSpc>
                <a:spcPct val="150000"/>
              </a:lnSpc>
              <a:spcBef>
                <a:spcPts val="658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2632">
                <a:solidFill>
                  <a:schemeClr val="tx1">
                    <a:lumMod val="95000"/>
                  </a:schemeClr>
                </a:solidFill>
                <a:latin typeface="+mn-lt"/>
                <a:ea typeface="新細明體" pitchFamily="18" charset="-120"/>
              </a:defRPr>
            </a:lvl3pPr>
            <a:lvl4pPr marL="1913543" indent="-436611" algn="l" defTabSz="381361" rtl="0" eaLnBrk="1" fontAlgn="auto" hangingPunct="1">
              <a:lnSpc>
                <a:spcPct val="150000"/>
              </a:lnSpc>
              <a:spcBef>
                <a:spcPts val="552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2207">
                <a:solidFill>
                  <a:schemeClr val="tx1">
                    <a:lumMod val="95000"/>
                  </a:schemeClr>
                </a:solidFill>
                <a:latin typeface="+mn-lt"/>
                <a:ea typeface="新細明體" pitchFamily="18" charset="-120"/>
              </a:defRPr>
            </a:lvl4pPr>
            <a:lvl5pPr marL="2409448" indent="-436611" algn="l" defTabSz="381361" rtl="0" eaLnBrk="1" fontAlgn="auto" hangingPunct="1">
              <a:lnSpc>
                <a:spcPct val="150000"/>
              </a:lnSpc>
              <a:spcBef>
                <a:spcPts val="552"/>
              </a:spcBef>
              <a:spcAft>
                <a:spcPct val="0"/>
              </a:spcAft>
              <a:buClr>
                <a:schemeClr val="tx1"/>
              </a:buClr>
              <a:buSzPct val="120000"/>
              <a:buFont typeface="Arial" panose="020B0604020202020204" pitchFamily="34" charset="0"/>
              <a:buChar char="•"/>
              <a:defRPr sz="2207">
                <a:solidFill>
                  <a:schemeClr val="tx1">
                    <a:lumMod val="95000"/>
                  </a:schemeClr>
                </a:solidFill>
                <a:latin typeface="+mn-lt"/>
                <a:ea typeface="新細明體" pitchFamily="18" charset="-120"/>
              </a:defRPr>
            </a:lvl5pPr>
            <a:lvl6pPr marL="2607540" indent="-246605" algn="l" defTabSz="381361" rtl="0" eaLnBrk="1" fontAlgn="base" hangingPunct="1">
              <a:lnSpc>
                <a:spcPct val="70000"/>
              </a:lnSpc>
              <a:spcBef>
                <a:spcPts val="552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•"/>
              <a:defRPr sz="2207">
                <a:solidFill>
                  <a:srgbClr val="000000"/>
                </a:solidFill>
                <a:latin typeface="+mn-lt"/>
                <a:ea typeface="新細明體" pitchFamily="18" charset="-120"/>
              </a:defRPr>
            </a:lvl6pPr>
            <a:lvl7pPr marL="2995639" indent="-246605" algn="l" defTabSz="381361" rtl="0" eaLnBrk="1" fontAlgn="base" hangingPunct="1">
              <a:lnSpc>
                <a:spcPct val="70000"/>
              </a:lnSpc>
              <a:spcBef>
                <a:spcPts val="552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•"/>
              <a:defRPr sz="2207">
                <a:solidFill>
                  <a:srgbClr val="000000"/>
                </a:solidFill>
                <a:latin typeface="+mn-lt"/>
                <a:ea typeface="新細明體" pitchFamily="18" charset="-120"/>
              </a:defRPr>
            </a:lvl7pPr>
            <a:lvl8pPr marL="3383738" indent="-246605" algn="l" defTabSz="381361" rtl="0" eaLnBrk="1" fontAlgn="base" hangingPunct="1">
              <a:lnSpc>
                <a:spcPct val="70000"/>
              </a:lnSpc>
              <a:spcBef>
                <a:spcPts val="552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•"/>
              <a:defRPr sz="2207">
                <a:solidFill>
                  <a:srgbClr val="000000"/>
                </a:solidFill>
                <a:latin typeface="+mn-lt"/>
                <a:ea typeface="新細明體" pitchFamily="18" charset="-120"/>
              </a:defRPr>
            </a:lvl8pPr>
            <a:lvl9pPr marL="3771837" indent="-246605" algn="l" defTabSz="381361" rtl="0" eaLnBrk="1" fontAlgn="base" hangingPunct="1">
              <a:lnSpc>
                <a:spcPct val="70000"/>
              </a:lnSpc>
              <a:spcBef>
                <a:spcPts val="552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Char char="•"/>
              <a:defRPr sz="2207">
                <a:solidFill>
                  <a:srgbClr val="000000"/>
                </a:solidFill>
                <a:latin typeface="+mn-lt"/>
                <a:ea typeface="新細明體" pitchFamily="18" charset="-120"/>
              </a:defRPr>
            </a:lvl9pPr>
          </a:lstStyle>
          <a:p>
            <a:pPr marL="410127" marR="0" lvl="0" indent="-410127" algn="just" defTabSz="431472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20000"/>
              <a:buFont typeface="Times New Roman" panose="02020603050405020304" pitchFamily="18" charset="0"/>
              <a:buChar char="•"/>
              <a:tabLst/>
              <a:defRPr/>
            </a:pPr>
            <a:r>
              <a:rPr kumimoji="0" lang="zh-TW" altLang="en-US" sz="3620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  <a:sym typeface="Arial"/>
              </a:rPr>
              <a:t>特色</a:t>
            </a:r>
            <a:endParaRPr kumimoji="0" lang="en-US" altLang="zh-TW" sz="3620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  <a:sym typeface="Arial"/>
            </a:endParaRPr>
          </a:p>
          <a:p>
            <a:pPr marL="410127" marR="0" lvl="0" indent="-410127" algn="just" defTabSz="431472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20000"/>
              <a:buFont typeface="Times New Roman" panose="02020603050405020304" pitchFamily="18" charset="0"/>
              <a:buChar char="•"/>
              <a:tabLst/>
              <a:defRPr/>
            </a:pPr>
            <a:r>
              <a:rPr kumimoji="0" lang="zh-TW" alt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  <a:sym typeface="Arial"/>
              </a:rPr>
              <a:t>中研院</a:t>
            </a:r>
            <a:r>
              <a:rPr kumimoji="0" lang="zh-TW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  <a:sym typeface="Arial"/>
              </a:rPr>
              <a:t>的「生物資料庫系統」</a:t>
            </a:r>
            <a:endParaRPr kumimoji="0" lang="en-US" altLang="zh-TW" sz="36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  <a:sym typeface="Arial"/>
            </a:endParaRPr>
          </a:p>
          <a:p>
            <a:pPr marL="410127" marR="0" lvl="0" indent="-410127" algn="just" defTabSz="431472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FFFFFF"/>
              </a:buClr>
              <a:buSzPct val="120000"/>
              <a:buFont typeface="Times New Roman" panose="02020603050405020304" pitchFamily="18" charset="0"/>
              <a:buChar char="•"/>
              <a:tabLst/>
              <a:defRPr/>
            </a:pPr>
            <a:r>
              <a:rPr kumimoji="0" lang="zh-TW" altLang="en-US" sz="3000" b="1" i="0" u="none" strike="noStrike" kern="900" cap="none" spc="-20" normalizeH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DFKai-SB"/>
                <a:ea typeface="DFKai-SB"/>
                <a:cs typeface="+mn-cs"/>
                <a:sym typeface="Arial"/>
              </a:rPr>
              <a:t>只租不賣第一年</a:t>
            </a:r>
            <a:r>
              <a:rPr kumimoji="0" lang="en-US" altLang="zh-TW" sz="3000" b="1" i="0" u="none" strike="noStrike" kern="900" cap="none" spc="-20" normalizeH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DFKai-SB"/>
                <a:ea typeface="DFKai-SB"/>
                <a:cs typeface="+mn-cs"/>
                <a:sym typeface="Arial"/>
              </a:rPr>
              <a:t>200</a:t>
            </a:r>
            <a:r>
              <a:rPr kumimoji="0" lang="zh-TW" altLang="en-US" sz="3000" b="1" i="0" u="none" strike="noStrike" kern="900" cap="none" spc="-20" normalizeH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DFKai-SB"/>
                <a:ea typeface="DFKai-SB"/>
                <a:cs typeface="+mn-cs"/>
                <a:sym typeface="Arial"/>
              </a:rPr>
              <a:t>萬元</a:t>
            </a:r>
            <a:r>
              <a:rPr kumimoji="0" lang="en-US" altLang="zh-TW" sz="3000" b="1" i="0" u="none" strike="noStrike" kern="900" cap="none" spc="-20" normalizeH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DFKai-SB"/>
                <a:ea typeface="DFKai-SB"/>
                <a:cs typeface="+mn-cs"/>
                <a:sym typeface="Arial"/>
              </a:rPr>
              <a:t>/</a:t>
            </a:r>
            <a:r>
              <a:rPr kumimoji="0" lang="zh-TW" altLang="en-US" sz="3000" b="1" i="0" u="none" strike="noStrike" kern="900" cap="none" spc="-20" normalizeH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DFKai-SB"/>
                <a:ea typeface="DFKai-SB"/>
                <a:cs typeface="+mn-cs"/>
                <a:sym typeface="Arial"/>
              </a:rPr>
              <a:t>之後每年</a:t>
            </a:r>
            <a:r>
              <a:rPr kumimoji="0" lang="en-US" altLang="zh-TW" sz="3000" b="1" i="0" u="none" strike="noStrike" kern="900" cap="none" spc="-20" normalizeH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DFKai-SB"/>
                <a:ea typeface="DFKai-SB"/>
                <a:cs typeface="+mn-cs"/>
                <a:sym typeface="Arial"/>
              </a:rPr>
              <a:t>80</a:t>
            </a:r>
            <a:r>
              <a:rPr kumimoji="0" lang="zh-TW" altLang="en-US" sz="3000" b="1" i="0" u="none" strike="noStrike" kern="900" cap="none" spc="-20" normalizeH="0" noProof="0" dirty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DFKai-SB"/>
                <a:ea typeface="DFKai-SB"/>
                <a:cs typeface="+mn-cs"/>
                <a:sym typeface="Arial"/>
              </a:rPr>
              <a:t>萬元</a:t>
            </a:r>
            <a:endParaRPr kumimoji="0" lang="en-US" altLang="zh-TW" sz="3000" b="1" i="0" u="none" strike="noStrike" kern="900" cap="none" spc="-20" normalizeH="0" noProof="0" dirty="0" smtClean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DFKai-SB"/>
              <a:ea typeface="DFKai-SB"/>
              <a:cs typeface="+mn-cs"/>
              <a:sym typeface="Arial"/>
            </a:endParaRPr>
          </a:p>
          <a:p>
            <a:pPr marL="410127" indent="-410127" defTabSz="431472">
              <a:buClr>
                <a:srgbClr val="FFFFFF"/>
              </a:buClr>
              <a:defRPr/>
            </a:pPr>
            <a:r>
              <a:rPr lang="en-US" altLang="zh-TW" sz="3200" kern="1200" spc="-130" dirty="0">
                <a:solidFill>
                  <a:srgbClr val="FFC000"/>
                </a:solidFill>
              </a:rPr>
              <a:t>104</a:t>
            </a:r>
            <a:r>
              <a:rPr lang="zh-TW" altLang="en-US" sz="3200" kern="1200" spc="-130" dirty="0">
                <a:solidFill>
                  <a:srgbClr val="FFC000"/>
                </a:solidFill>
              </a:rPr>
              <a:t>年帶領慈大科大實習生自行</a:t>
            </a:r>
            <a:r>
              <a:rPr lang="zh-TW" altLang="en-US" sz="3200" kern="1200" spc="-130" dirty="0" smtClean="0">
                <a:solidFill>
                  <a:srgbClr val="FFC000"/>
                </a:solidFill>
              </a:rPr>
              <a:t>研發</a:t>
            </a:r>
            <a:endParaRPr kumimoji="0" lang="en-US" altLang="zh-TW" sz="3000" b="1" i="0" u="none" strike="noStrike" kern="900" cap="none" spc="-20" normalizeH="0" noProof="0" dirty="0" smtClean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DFKai-SB"/>
              <a:ea typeface="DFKai-SB"/>
              <a:sym typeface="Arial"/>
            </a:endParaRPr>
          </a:p>
          <a:p>
            <a:pPr marL="410127" indent="-410127" defTabSz="431472">
              <a:buClr>
                <a:srgbClr val="FFFFFF"/>
              </a:buClr>
              <a:defRPr/>
            </a:pPr>
            <a:r>
              <a:rPr lang="zh-TW" altLang="en-US" sz="3200" kern="1200" spc="-30" dirty="0">
                <a:solidFill>
                  <a:srgbClr val="FFFFFF">
                    <a:lumMod val="95000"/>
                  </a:srgbClr>
                </a:solidFill>
              </a:rPr>
              <a:t>慈濟四大院區皆採用「同一系統</a:t>
            </a:r>
            <a:r>
              <a:rPr lang="zh-TW" altLang="en-US" sz="3200" kern="1200" spc="-30" dirty="0" smtClean="0">
                <a:solidFill>
                  <a:srgbClr val="FFFFFF">
                    <a:lumMod val="95000"/>
                  </a:srgbClr>
                </a:solidFill>
              </a:rPr>
              <a:t>」</a:t>
            </a:r>
            <a:endParaRPr lang="en-US" altLang="zh-TW" sz="3200" kern="1200" spc="-30" dirty="0">
              <a:solidFill>
                <a:srgbClr val="FFFFFF">
                  <a:lumMod val="9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7609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內容版面配置區 1"/>
          <p:cNvSpPr>
            <a:spLocks noGrp="1"/>
          </p:cNvSpPr>
          <p:nvPr>
            <p:ph orient="vert" sz="quarter" idx="13"/>
          </p:nvPr>
        </p:nvSpPr>
        <p:spPr>
          <a:xfrm>
            <a:off x="897090" y="1741590"/>
            <a:ext cx="12355644" cy="6492378"/>
          </a:xfrm>
        </p:spPr>
        <p:txBody>
          <a:bodyPr/>
          <a:lstStyle/>
          <a:p>
            <a:r>
              <a:rPr kumimoji="1" lang="zh-TW" altLang="en-US" dirty="0" smtClean="0">
                <a:solidFill>
                  <a:srgbClr val="D9D9D9"/>
                </a:solidFill>
                <a:latin typeface="標楷體" panose="02010601000101010101" pitchFamily="2" charset="-120"/>
                <a:ea typeface="標楷體" panose="02010601000101010101" pitchFamily="2" charset="-120"/>
              </a:rPr>
              <a:t>花</a:t>
            </a:r>
            <a:r>
              <a:rPr kumimoji="1" lang="zh-TW" altLang="en-US" dirty="0">
                <a:solidFill>
                  <a:srgbClr val="D9D9D9"/>
                </a:solidFill>
                <a:latin typeface="標楷體" panose="02010601000101010101" pitchFamily="2" charset="-120"/>
                <a:ea typeface="標楷體" panose="02010601000101010101" pitchFamily="2" charset="-120"/>
              </a:rPr>
              <a:t>蓮慈濟醫</a:t>
            </a:r>
            <a:r>
              <a:rPr kumimoji="1" lang="zh-TW" altLang="en-US" dirty="0" smtClean="0">
                <a:solidFill>
                  <a:srgbClr val="D9D9D9"/>
                </a:solidFill>
                <a:latin typeface="標楷體" panose="02010601000101010101" pitchFamily="2" charset="-120"/>
                <a:ea typeface="標楷體" panose="02010601000101010101" pitchFamily="2" charset="-120"/>
              </a:rPr>
              <a:t>院與慈濟大學管院續簽訂</a:t>
            </a:r>
            <a:r>
              <a:rPr kumimoji="1" lang="en-US" altLang="zh-TW" dirty="0">
                <a:solidFill>
                  <a:srgbClr val="D9D9D9"/>
                </a:solidFill>
                <a:latin typeface="標楷體" panose="02010601000101010101" pitchFamily="2" charset="-120"/>
                <a:ea typeface="標楷體" panose="02010601000101010101" pitchFamily="2" charset="-120"/>
              </a:rPr>
              <a:t>(110~115</a:t>
            </a:r>
            <a:r>
              <a:rPr kumimoji="1" lang="en-US" altLang="zh-TW" dirty="0" smtClean="0">
                <a:solidFill>
                  <a:srgbClr val="D9D9D9"/>
                </a:solidFill>
                <a:latin typeface="標楷體" panose="02010601000101010101" pitchFamily="2" charset="-120"/>
                <a:ea typeface="標楷體" panose="02010601000101010101" pitchFamily="2" charset="-120"/>
              </a:rPr>
              <a:t>)</a:t>
            </a:r>
            <a:r>
              <a:rPr kumimoji="1" lang="zh-TW" altLang="en-US" dirty="0" smtClean="0">
                <a:solidFill>
                  <a:srgbClr val="D9D9D9"/>
                </a:solidFill>
                <a:latin typeface="標楷體" panose="02010601000101010101" pitchFamily="2" charset="-120"/>
                <a:ea typeface="標楷體" panose="02010601000101010101" pitchFamily="2" charset="-120"/>
              </a:rPr>
              <a:t>「維護暨優化」產學合作</a:t>
            </a:r>
            <a:endParaRPr lang="en-US" altLang="zh-TW" dirty="0" smtClean="0"/>
          </a:p>
          <a:p>
            <a:pPr lvl="1"/>
            <a:r>
              <a:rPr lang="zh-TW" altLang="en-US" dirty="0" smtClean="0">
                <a:solidFill>
                  <a:srgbClr val="FFC000"/>
                </a:solidFill>
              </a:rPr>
              <a:t>一年十二萬</a:t>
            </a:r>
            <a:r>
              <a:rPr lang="en-US" altLang="zh-TW" dirty="0">
                <a:solidFill>
                  <a:srgbClr val="FFC000"/>
                </a:solidFill>
              </a:rPr>
              <a:t>/</a:t>
            </a:r>
            <a:r>
              <a:rPr lang="zh-TW" altLang="en-US" dirty="0">
                <a:solidFill>
                  <a:srgbClr val="FFC000"/>
                </a:solidFill>
              </a:rPr>
              <a:t>省錢</a:t>
            </a:r>
            <a:r>
              <a:rPr lang="en-US" altLang="zh-TW" dirty="0" smtClean="0">
                <a:solidFill>
                  <a:srgbClr val="FFC000"/>
                </a:solidFill>
              </a:rPr>
              <a:t>/</a:t>
            </a:r>
            <a:r>
              <a:rPr lang="zh-TW" altLang="en-US" dirty="0">
                <a:solidFill>
                  <a:srgbClr val="FFC000"/>
                </a:solidFill>
              </a:rPr>
              <a:t>為醫院帶來極大方</a:t>
            </a:r>
            <a:r>
              <a:rPr lang="zh-TW" altLang="en-US" dirty="0" smtClean="0">
                <a:solidFill>
                  <a:srgbClr val="FFC000"/>
                </a:solidFill>
              </a:rPr>
              <a:t>便</a:t>
            </a:r>
            <a:r>
              <a:rPr lang="en-US" altLang="zh-TW" dirty="0" smtClean="0">
                <a:solidFill>
                  <a:srgbClr val="FFC000"/>
                </a:solidFill>
              </a:rPr>
              <a:t>/</a:t>
            </a:r>
            <a:r>
              <a:rPr lang="zh-TW" altLang="en-US" dirty="0">
                <a:solidFill>
                  <a:srgbClr val="FFC000"/>
                </a:solidFill>
              </a:rPr>
              <a:t>自主性</a:t>
            </a:r>
            <a:r>
              <a:rPr lang="zh-TW" altLang="en-US" dirty="0" smtClean="0">
                <a:solidFill>
                  <a:srgbClr val="FFC000"/>
                </a:solidFill>
              </a:rPr>
              <a:t>高</a:t>
            </a:r>
            <a:r>
              <a:rPr lang="en-US" altLang="zh-TW" dirty="0" smtClean="0">
                <a:solidFill>
                  <a:srgbClr val="FFC000"/>
                </a:solidFill>
              </a:rPr>
              <a:t>/</a:t>
            </a:r>
            <a:r>
              <a:rPr lang="zh-TW" altLang="en-US" dirty="0" smtClean="0">
                <a:solidFill>
                  <a:srgbClr val="FFC000"/>
                </a:solidFill>
              </a:rPr>
              <a:t>更安全</a:t>
            </a:r>
            <a:r>
              <a:rPr lang="en-US" altLang="zh-TW" dirty="0" smtClean="0">
                <a:solidFill>
                  <a:srgbClr val="FFC000"/>
                </a:solidFill>
              </a:rPr>
              <a:t>/</a:t>
            </a:r>
            <a:r>
              <a:rPr lang="zh-TW" altLang="en-US" dirty="0" smtClean="0">
                <a:solidFill>
                  <a:srgbClr val="FFC000"/>
                </a:solidFill>
              </a:rPr>
              <a:t>老師帶領學生</a:t>
            </a:r>
            <a:r>
              <a:rPr lang="en-US" altLang="zh-TW" dirty="0" smtClean="0">
                <a:solidFill>
                  <a:srgbClr val="FFC000"/>
                </a:solidFill>
              </a:rPr>
              <a:t>/</a:t>
            </a:r>
            <a:r>
              <a:rPr lang="zh-TW" altLang="en-US" dirty="0" smtClean="0">
                <a:solidFill>
                  <a:srgbClr val="FFC000"/>
                </a:solidFill>
              </a:rPr>
              <a:t>與業界接軌</a:t>
            </a:r>
            <a:r>
              <a:rPr lang="en-US" altLang="zh-TW" dirty="0" smtClean="0">
                <a:solidFill>
                  <a:srgbClr val="FFC000"/>
                </a:solidFill>
              </a:rPr>
              <a:t>/</a:t>
            </a:r>
            <a:r>
              <a:rPr lang="zh-TW" altLang="en-US" dirty="0" smtClean="0">
                <a:solidFill>
                  <a:srgbClr val="FFC000"/>
                </a:solidFill>
              </a:rPr>
              <a:t>增強競爭力</a:t>
            </a:r>
            <a:r>
              <a:rPr lang="en-US" altLang="zh-TW" dirty="0" smtClean="0">
                <a:solidFill>
                  <a:srgbClr val="FFC000"/>
                </a:solidFill>
              </a:rPr>
              <a:t>/</a:t>
            </a:r>
            <a:r>
              <a:rPr lang="zh-TW" altLang="en-US" dirty="0" smtClean="0">
                <a:solidFill>
                  <a:srgbClr val="FFC000"/>
                </a:solidFill>
              </a:rPr>
              <a:t>為學校帶來絕佳實作場域</a:t>
            </a:r>
            <a:r>
              <a:rPr lang="en-US" altLang="zh-TW" dirty="0" smtClean="0">
                <a:solidFill>
                  <a:srgbClr val="FFC000"/>
                </a:solidFill>
              </a:rPr>
              <a:t>(</a:t>
            </a:r>
            <a:r>
              <a:rPr lang="zh-TW" altLang="en-US" dirty="0" smtClean="0">
                <a:solidFill>
                  <a:srgbClr val="FFC000"/>
                </a:solidFill>
              </a:rPr>
              <a:t>多贏</a:t>
            </a:r>
            <a:r>
              <a:rPr lang="en-US" altLang="zh-TW" dirty="0" smtClean="0">
                <a:solidFill>
                  <a:srgbClr val="FFC000"/>
                </a:solidFill>
              </a:rPr>
              <a:t>)</a:t>
            </a:r>
            <a:endParaRPr lang="en-US" altLang="zh-TW" dirty="0" smtClean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pPr marL="0" marR="0" lvl="0" indent="0" algn="ctr" defTabSz="1008162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文鼎中圓" pitchFamily="49" charset="-120"/>
              <a:buNone/>
              <a:tabLst>
                <a:tab pos="0" algn="l"/>
                <a:tab pos="429948" algn="l"/>
                <a:tab pos="861420" algn="l"/>
                <a:tab pos="1292892" algn="l"/>
                <a:tab pos="1724363" algn="l"/>
                <a:tab pos="2155835" algn="l"/>
                <a:tab pos="2587307" algn="l"/>
                <a:tab pos="3018779" algn="l"/>
                <a:tab pos="3450252" algn="l"/>
                <a:tab pos="3881723" algn="l"/>
                <a:tab pos="4313195" algn="l"/>
                <a:tab pos="4744667" algn="l"/>
                <a:tab pos="5176139" algn="l"/>
                <a:tab pos="5607610" algn="l"/>
                <a:tab pos="6039084" algn="l"/>
                <a:tab pos="6470555" algn="l"/>
                <a:tab pos="6902027" algn="l"/>
                <a:tab pos="7333499" algn="l"/>
                <a:tab pos="7764971" algn="l"/>
                <a:tab pos="8196442" algn="l"/>
                <a:tab pos="8627915" algn="l"/>
              </a:tabLst>
              <a:defRPr/>
            </a:pPr>
            <a:fld id="{DB768F20-8AEE-4E71-ADDF-85F4488E91BF}" type="slidenum">
              <a:rPr kumimoji="1" lang="en-GB" altLang="en-US" sz="3843" b="0" i="0" u="none" strike="noStrike" kern="1200" cap="none" spc="0" normalizeH="0" baseline="0" noProof="0">
                <a:ln>
                  <a:noFill/>
                </a:ln>
                <a:solidFill>
                  <a:srgbClr val="FFC000"/>
                </a:solidFill>
                <a:effectLst>
                  <a:glow rad="101600">
                    <a:srgbClr val="000000"/>
                  </a:glow>
                </a:effectLst>
                <a:uLnTx/>
                <a:uFillTx/>
                <a:latin typeface=""/>
                <a:cs typeface="Arial" panose="020B0604020202020204" pitchFamily="34" charset="0"/>
                <a:sym typeface="Arial"/>
              </a:rPr>
              <a:pPr marL="0" marR="0" lvl="0" indent="0" algn="ctr" defTabSz="1008162" rtl="0" eaLnBrk="1" fontAlgn="auto" latinLnBrk="0" hangingPunct="1">
                <a:lnSpc>
                  <a:spcPct val="100000"/>
                </a:lnSpc>
                <a:spcBef>
                  <a:spcPts val="1500"/>
                </a:spcBef>
                <a:spcAft>
                  <a:spcPts val="0"/>
                </a:spcAft>
                <a:buClr>
                  <a:srgbClr val="000000"/>
                </a:buClr>
                <a:buSzPct val="100000"/>
                <a:buFont typeface="文鼎中圓" pitchFamily="49" charset="-120"/>
                <a:buNone/>
                <a:tabLst>
                  <a:tab pos="0" algn="l"/>
                  <a:tab pos="429948" algn="l"/>
                  <a:tab pos="861420" algn="l"/>
                  <a:tab pos="1292892" algn="l"/>
                  <a:tab pos="1724363" algn="l"/>
                  <a:tab pos="2155835" algn="l"/>
                  <a:tab pos="2587307" algn="l"/>
                  <a:tab pos="3018779" algn="l"/>
                  <a:tab pos="3450252" algn="l"/>
                  <a:tab pos="3881723" algn="l"/>
                  <a:tab pos="4313195" algn="l"/>
                  <a:tab pos="4744667" algn="l"/>
                  <a:tab pos="5176139" algn="l"/>
                  <a:tab pos="5607610" algn="l"/>
                  <a:tab pos="6039084" algn="l"/>
                  <a:tab pos="6470555" algn="l"/>
                  <a:tab pos="6902027" algn="l"/>
                  <a:tab pos="7333499" algn="l"/>
                  <a:tab pos="7764971" algn="l"/>
                  <a:tab pos="8196442" algn="l"/>
                  <a:tab pos="8627915" algn="l"/>
                </a:tabLst>
                <a:defRPr/>
              </a:pPr>
              <a:t>19</a:t>
            </a:fld>
            <a:endParaRPr kumimoji="1" lang="en-GB" altLang="en-US" sz="3843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>
                <a:glow rad="101600">
                  <a:srgbClr val="000000"/>
                </a:glow>
              </a:effectLst>
              <a:uLnTx/>
              <a:uFillTx/>
              <a:latin typeface=""/>
              <a:cs typeface="Arial" panose="020B0604020202020204" pitchFamily="34" charset="0"/>
              <a:sym typeface="Arial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816986" y="576566"/>
            <a:ext cx="12178052" cy="1165024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381361" rtl="0" eaLnBrk="1" fontAlgn="base" hangingPunct="1">
              <a:lnSpc>
                <a:spcPct val="84000"/>
              </a:lnSpc>
              <a:spcBef>
                <a:spcPct val="0"/>
              </a:spcBef>
              <a:spcAft>
                <a:spcPct val="0"/>
              </a:spcAft>
              <a:buClr>
                <a:srgbClr val="95EFA2"/>
              </a:buClr>
              <a:buSzPct val="100000"/>
              <a:buFont typeface="Times New Roman" panose="02020603050405020304" pitchFamily="18" charset="0"/>
              <a:defRPr sz="5094">
                <a:solidFill>
                  <a:srgbClr val="95EFA2"/>
                </a:solidFill>
                <a:latin typeface="+mj-lt"/>
                <a:ea typeface="標楷體" panose="03000509000000000000" pitchFamily="65" charset="-120"/>
                <a:cs typeface="+mj-cs"/>
              </a:defRPr>
            </a:lvl1pPr>
            <a:lvl2pPr algn="l" defTabSz="381361" rtl="0" eaLnBrk="1" fontAlgn="base" hangingPunct="1">
              <a:lnSpc>
                <a:spcPct val="84000"/>
              </a:lnSpc>
              <a:spcBef>
                <a:spcPct val="0"/>
              </a:spcBef>
              <a:spcAft>
                <a:spcPct val="0"/>
              </a:spcAft>
              <a:buClr>
                <a:srgbClr val="95EFA2"/>
              </a:buClr>
              <a:buSzPct val="100000"/>
              <a:buFont typeface="Times New Roman" panose="02020603050405020304" pitchFamily="18" charset="0"/>
              <a:defRPr sz="5094">
                <a:solidFill>
                  <a:srgbClr val="95EFA2"/>
                </a:solidFill>
                <a:latin typeface="Times New Roman" pitchFamily="18" charset="0"/>
                <a:ea typeface="標楷體" panose="03000509000000000000" pitchFamily="65" charset="-120"/>
                <a:cs typeface="文鼎顏楷" charset="0"/>
              </a:defRPr>
            </a:lvl2pPr>
            <a:lvl3pPr algn="l" defTabSz="381361" rtl="0" eaLnBrk="1" fontAlgn="base" hangingPunct="1">
              <a:lnSpc>
                <a:spcPct val="84000"/>
              </a:lnSpc>
              <a:spcBef>
                <a:spcPct val="0"/>
              </a:spcBef>
              <a:spcAft>
                <a:spcPct val="0"/>
              </a:spcAft>
              <a:buClr>
                <a:srgbClr val="95EFA2"/>
              </a:buClr>
              <a:buSzPct val="100000"/>
              <a:buFont typeface="Times New Roman" panose="02020603050405020304" pitchFamily="18" charset="0"/>
              <a:defRPr sz="5094">
                <a:solidFill>
                  <a:srgbClr val="95EFA2"/>
                </a:solidFill>
                <a:latin typeface="Times New Roman" pitchFamily="18" charset="0"/>
                <a:ea typeface="標楷體" panose="03000509000000000000" pitchFamily="65" charset="-120"/>
                <a:cs typeface="文鼎顏楷" charset="0"/>
              </a:defRPr>
            </a:lvl3pPr>
            <a:lvl4pPr algn="l" defTabSz="381361" rtl="0" eaLnBrk="1" fontAlgn="base" hangingPunct="1">
              <a:lnSpc>
                <a:spcPct val="84000"/>
              </a:lnSpc>
              <a:spcBef>
                <a:spcPct val="0"/>
              </a:spcBef>
              <a:spcAft>
                <a:spcPct val="0"/>
              </a:spcAft>
              <a:buClr>
                <a:srgbClr val="95EFA2"/>
              </a:buClr>
              <a:buSzPct val="100000"/>
              <a:buFont typeface="Times New Roman" panose="02020603050405020304" pitchFamily="18" charset="0"/>
              <a:defRPr sz="5094">
                <a:solidFill>
                  <a:srgbClr val="95EFA2"/>
                </a:solidFill>
                <a:latin typeface="Times New Roman" pitchFamily="18" charset="0"/>
                <a:ea typeface="標楷體" panose="03000509000000000000" pitchFamily="65" charset="-120"/>
                <a:cs typeface="文鼎顏楷" charset="0"/>
              </a:defRPr>
            </a:lvl4pPr>
            <a:lvl5pPr algn="l" defTabSz="381361" rtl="0" eaLnBrk="1" fontAlgn="base" hangingPunct="1">
              <a:lnSpc>
                <a:spcPct val="84000"/>
              </a:lnSpc>
              <a:spcBef>
                <a:spcPct val="0"/>
              </a:spcBef>
              <a:spcAft>
                <a:spcPct val="0"/>
              </a:spcAft>
              <a:buClr>
                <a:srgbClr val="95EFA2"/>
              </a:buClr>
              <a:buSzPct val="100000"/>
              <a:buFont typeface="Times New Roman" panose="02020603050405020304" pitchFamily="18" charset="0"/>
              <a:defRPr sz="5094">
                <a:solidFill>
                  <a:srgbClr val="95EFA2"/>
                </a:solidFill>
                <a:latin typeface="Times New Roman" pitchFamily="18" charset="0"/>
                <a:ea typeface="標楷體" panose="03000509000000000000" pitchFamily="65" charset="-120"/>
                <a:cs typeface="文鼎顏楷" charset="0"/>
              </a:defRPr>
            </a:lvl5pPr>
            <a:lvl6pPr marL="388099" algn="l" defTabSz="381361" rtl="0" eaLnBrk="1" fontAlgn="base" hangingPunct="1">
              <a:lnSpc>
                <a:spcPct val="84000"/>
              </a:lnSpc>
              <a:spcBef>
                <a:spcPct val="0"/>
              </a:spcBef>
              <a:spcAft>
                <a:spcPct val="0"/>
              </a:spcAft>
              <a:buClr>
                <a:srgbClr val="95EFA2"/>
              </a:buClr>
              <a:buSzPct val="100000"/>
              <a:buFont typeface="Times New Roman" pitchFamily="18" charset="0"/>
              <a:defRPr sz="5094">
                <a:solidFill>
                  <a:srgbClr val="95EFA2"/>
                </a:solidFill>
                <a:latin typeface="Times New Roman" pitchFamily="18" charset="0"/>
                <a:ea typeface="文鼎顏楷" charset="0"/>
                <a:cs typeface="文鼎顏楷" charset="0"/>
              </a:defRPr>
            </a:lvl6pPr>
            <a:lvl7pPr marL="776198" algn="l" defTabSz="381361" rtl="0" eaLnBrk="1" fontAlgn="base" hangingPunct="1">
              <a:lnSpc>
                <a:spcPct val="84000"/>
              </a:lnSpc>
              <a:spcBef>
                <a:spcPct val="0"/>
              </a:spcBef>
              <a:spcAft>
                <a:spcPct val="0"/>
              </a:spcAft>
              <a:buClr>
                <a:srgbClr val="95EFA2"/>
              </a:buClr>
              <a:buSzPct val="100000"/>
              <a:buFont typeface="Times New Roman" pitchFamily="18" charset="0"/>
              <a:defRPr sz="5094">
                <a:solidFill>
                  <a:srgbClr val="95EFA2"/>
                </a:solidFill>
                <a:latin typeface="Times New Roman" pitchFamily="18" charset="0"/>
                <a:ea typeface="文鼎顏楷" charset="0"/>
                <a:cs typeface="文鼎顏楷" charset="0"/>
              </a:defRPr>
            </a:lvl7pPr>
            <a:lvl8pPr marL="1164297" algn="l" defTabSz="381361" rtl="0" eaLnBrk="1" fontAlgn="base" hangingPunct="1">
              <a:lnSpc>
                <a:spcPct val="84000"/>
              </a:lnSpc>
              <a:spcBef>
                <a:spcPct val="0"/>
              </a:spcBef>
              <a:spcAft>
                <a:spcPct val="0"/>
              </a:spcAft>
              <a:buClr>
                <a:srgbClr val="95EFA2"/>
              </a:buClr>
              <a:buSzPct val="100000"/>
              <a:buFont typeface="Times New Roman" pitchFamily="18" charset="0"/>
              <a:defRPr sz="5094">
                <a:solidFill>
                  <a:srgbClr val="95EFA2"/>
                </a:solidFill>
                <a:latin typeface="Times New Roman" pitchFamily="18" charset="0"/>
                <a:ea typeface="文鼎顏楷" charset="0"/>
                <a:cs typeface="文鼎顏楷" charset="0"/>
              </a:defRPr>
            </a:lvl8pPr>
            <a:lvl9pPr marL="1552395" algn="l" defTabSz="381361" rtl="0" eaLnBrk="1" fontAlgn="base" hangingPunct="1">
              <a:lnSpc>
                <a:spcPct val="84000"/>
              </a:lnSpc>
              <a:spcBef>
                <a:spcPct val="0"/>
              </a:spcBef>
              <a:spcAft>
                <a:spcPct val="0"/>
              </a:spcAft>
              <a:buClr>
                <a:srgbClr val="95EFA2"/>
              </a:buClr>
              <a:buSzPct val="100000"/>
              <a:buFont typeface="Times New Roman" pitchFamily="18" charset="0"/>
              <a:defRPr sz="5094">
                <a:solidFill>
                  <a:srgbClr val="95EFA2"/>
                </a:solidFill>
                <a:latin typeface="Times New Roman" pitchFamily="18" charset="0"/>
                <a:ea typeface="文鼎顏楷" charset="0"/>
                <a:cs typeface="文鼎顏楷" charset="0"/>
              </a:defRPr>
            </a:lvl9pPr>
          </a:lstStyle>
          <a:p>
            <a:pPr marL="0" marR="0" lvl="0" indent="0" algn="ctr" defTabSz="431472" rtl="0" eaLnBrk="1" fontAlgn="base" latinLnBrk="0" hangingPunct="1">
              <a:lnSpc>
                <a:spcPct val="84000"/>
              </a:lnSpc>
              <a:spcBef>
                <a:spcPct val="0"/>
              </a:spcBef>
              <a:spcAft>
                <a:spcPct val="0"/>
              </a:spcAft>
              <a:buClr>
                <a:srgbClr val="95EFA2"/>
              </a:buClr>
              <a:buSzPct val="100000"/>
              <a:buFont typeface="Times New Roman" panose="02020603050405020304" pitchFamily="18" charset="0"/>
              <a:buNone/>
              <a:tabLst/>
              <a:defRPr/>
            </a:pPr>
            <a:r>
              <a:rPr kumimoji="0" lang="zh-TW" altLang="en-US" sz="6438" b="0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j-cs"/>
                <a:sym typeface="Arial"/>
              </a:rPr>
              <a:t>帶來效益</a:t>
            </a:r>
            <a:endParaRPr kumimoji="0" lang="zh-TW" altLang="en-US" sz="5763" b="0" i="0" u="none" strike="noStrike" kern="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j-cs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50150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C000"/>
                </a:solidFill>
              </a:rPr>
              <a:t>2.1 </a:t>
            </a:r>
            <a:r>
              <a:rPr lang="zh-TW" altLang="en-US" dirty="0" smtClean="0">
                <a:solidFill>
                  <a:srgbClr val="FFC000"/>
                </a:solidFill>
              </a:rPr>
              <a:t>計畫</a:t>
            </a:r>
            <a:r>
              <a:rPr lang="zh-TW" altLang="en-US" dirty="0">
                <a:solidFill>
                  <a:srgbClr val="FFC000"/>
                </a:solidFill>
              </a:rPr>
              <a:t>背景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97535" y="1461452"/>
            <a:ext cx="12415837" cy="5945188"/>
          </a:xfrm>
        </p:spPr>
        <p:txBody>
          <a:bodyPr/>
          <a:lstStyle/>
          <a:p>
            <a:pPr marL="800100" indent="-571500">
              <a:buFontTx/>
              <a:buChar char="-"/>
            </a:pPr>
            <a:r>
              <a:rPr lang="zh-TW" altLang="en-US" sz="3600" dirty="0" smtClean="0"/>
              <a:t>本</a:t>
            </a:r>
            <a:r>
              <a:rPr lang="zh-TW" altLang="en-US" sz="3600" dirty="0"/>
              <a:t>計畫針對高度敏感的人體生物樣本與基因資料庫資訊系統進行優化</a:t>
            </a:r>
            <a:r>
              <a:rPr lang="zh-TW" altLang="en-US" sz="3600" dirty="0" smtClean="0"/>
              <a:t>。</a:t>
            </a:r>
            <a:endParaRPr lang="en-US" altLang="zh-TW" sz="3600" dirty="0" smtClean="0"/>
          </a:p>
          <a:p>
            <a:pPr marL="800100" indent="-571500">
              <a:buFontTx/>
              <a:buChar char="-"/>
            </a:pPr>
            <a:r>
              <a:rPr lang="en-US" altLang="zh-TW" sz="3600" dirty="0" smtClean="0"/>
              <a:t>- </a:t>
            </a:r>
            <a:r>
              <a:rPr lang="zh-TW" altLang="en-US" sz="3600" dirty="0"/>
              <a:t>依循衛生福利部「人體生物資料庫資訊安全規範」，確保資料保護與合規性</a:t>
            </a:r>
            <a:r>
              <a:rPr lang="zh-TW" altLang="en-US" sz="3600" dirty="0" smtClean="0"/>
              <a:t>。</a:t>
            </a:r>
            <a:endParaRPr lang="en-US" altLang="zh-TW" sz="3600" dirty="0" smtClean="0"/>
          </a:p>
          <a:p>
            <a:pPr marL="800100" indent="-571500">
              <a:buFontTx/>
              <a:buChar char="-"/>
            </a:pPr>
            <a:r>
              <a:rPr lang="en-US" altLang="zh-TW" sz="3600" dirty="0" smtClean="0"/>
              <a:t>- </a:t>
            </a:r>
            <a:r>
              <a:rPr lang="zh-TW" altLang="en-US" sz="3600" dirty="0"/>
              <a:t>系統採用正、副主機設置，並執行實體隔離以避免外部網路連線風險</a:t>
            </a:r>
            <a:r>
              <a:rPr lang="zh-TW" altLang="en-US" sz="3600" dirty="0" smtClean="0"/>
              <a:t>。</a:t>
            </a:r>
            <a:endParaRPr lang="en-US" altLang="zh-TW" sz="3600" dirty="0" smtClean="0"/>
          </a:p>
          <a:p>
            <a:pPr marL="800100" indent="-571500">
              <a:buFontTx/>
              <a:buChar char="-"/>
            </a:pPr>
            <a:r>
              <a:rPr lang="en-US" altLang="zh-TW" sz="3600" dirty="0" smtClean="0"/>
              <a:t>- </a:t>
            </a:r>
            <a:r>
              <a:rPr lang="zh-TW" altLang="en-US" sz="3600" dirty="0"/>
              <a:t>花蓮慈濟醫學中心自 </a:t>
            </a:r>
            <a:r>
              <a:rPr lang="en-US" altLang="zh-TW" sz="3600" dirty="0"/>
              <a:t>110 </a:t>
            </a:r>
            <a:r>
              <a:rPr lang="zh-TW" altLang="en-US" sz="3600" dirty="0"/>
              <a:t>年起至 </a:t>
            </a:r>
            <a:r>
              <a:rPr lang="en-US" altLang="zh-TW" sz="3600" dirty="0"/>
              <a:t>115 </a:t>
            </a:r>
            <a:r>
              <a:rPr lang="zh-TW" altLang="en-US" sz="3600" dirty="0"/>
              <a:t>年連續 </a:t>
            </a:r>
            <a:r>
              <a:rPr lang="en-US" altLang="zh-TW" sz="3600" dirty="0"/>
              <a:t>5 </a:t>
            </a:r>
            <a:r>
              <a:rPr lang="zh-TW" altLang="en-US" sz="3600" dirty="0"/>
              <a:t>年與本校簽訂產學合作，並簽署研究人員保密聲明書</a:t>
            </a:r>
            <a:r>
              <a:rPr lang="zh-TW" altLang="en-US" sz="3600" dirty="0" smtClean="0"/>
              <a:t>。</a:t>
            </a:r>
            <a:endParaRPr lang="en-US" altLang="zh-TW" sz="3600" dirty="0" smtClean="0"/>
          </a:p>
          <a:p>
            <a:pPr marL="800100" indent="-571500">
              <a:buFontTx/>
              <a:buChar char="-"/>
            </a:pPr>
            <a:r>
              <a:rPr lang="en-US" altLang="zh-TW" sz="3600" dirty="0" smtClean="0"/>
              <a:t>- </a:t>
            </a:r>
            <a:r>
              <a:rPr lang="zh-TW" altLang="en-US" sz="3600" dirty="0"/>
              <a:t>參與計畫人員都簽有</a:t>
            </a:r>
            <a:r>
              <a:rPr lang="en-US" altLang="zh-TW" sz="3600" dirty="0"/>
              <a:t>:</a:t>
            </a:r>
            <a:r>
              <a:rPr lang="zh-TW" altLang="en-US" sz="3600" dirty="0"/>
              <a:t>人體生物資料庫工作人員保密承諾書並通過</a:t>
            </a:r>
            <a:r>
              <a:rPr lang="en-US" altLang="zh-TW" sz="3600" dirty="0"/>
              <a:t>6</a:t>
            </a:r>
            <a:r>
              <a:rPr lang="zh-TW" altLang="en-US" sz="3600" dirty="0"/>
              <a:t>小時台灣學術研究倫理教育</a:t>
            </a:r>
            <a:r>
              <a:rPr lang="zh-TW" altLang="en-US" sz="3600" dirty="0" smtClean="0"/>
              <a:t>課程</a:t>
            </a:r>
            <a:r>
              <a:rPr lang="zh-TW" altLang="en-US" sz="36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478318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C000"/>
                </a:solidFill>
              </a:rPr>
              <a:t>2.2 </a:t>
            </a:r>
            <a:r>
              <a:rPr lang="zh-TW" altLang="en-US" dirty="0" smtClean="0">
                <a:solidFill>
                  <a:srgbClr val="FFC000"/>
                </a:solidFill>
              </a:rPr>
              <a:t>優</a:t>
            </a:r>
            <a:r>
              <a:rPr lang="zh-TW" altLang="en-US" dirty="0">
                <a:solidFill>
                  <a:srgbClr val="FFC000"/>
                </a:solidFill>
              </a:rPr>
              <a:t>化成果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3600" dirty="0" smtClean="0"/>
              <a:t>- </a:t>
            </a:r>
            <a:r>
              <a:rPr lang="zh-TW" altLang="en-US" sz="3600" dirty="0" smtClean="0"/>
              <a:t>優</a:t>
            </a:r>
            <a:r>
              <a:rPr lang="zh-TW" altLang="en-US" sz="3600" dirty="0"/>
              <a:t>化資訊系統管理機制，提升生物資料庫資料存取與使用安全</a:t>
            </a:r>
            <a:r>
              <a:rPr lang="zh-TW" altLang="en-US" sz="3600" dirty="0" smtClean="0"/>
              <a:t>。</a:t>
            </a:r>
            <a:endParaRPr lang="en-US" altLang="zh-TW" sz="3600" dirty="0" smtClean="0"/>
          </a:p>
          <a:p>
            <a:endParaRPr lang="en-US" altLang="zh-TW" sz="3600" dirty="0" smtClean="0"/>
          </a:p>
          <a:p>
            <a:r>
              <a:rPr lang="en-US" altLang="zh-TW" sz="3600" dirty="0" smtClean="0"/>
              <a:t>- </a:t>
            </a:r>
            <a:r>
              <a:rPr lang="zh-TW" altLang="en-US" sz="3600" dirty="0" smtClean="0"/>
              <a:t>建立</a:t>
            </a:r>
            <a:r>
              <a:rPr lang="zh-TW" altLang="en-US" sz="3600" dirty="0"/>
              <a:t>嚴密資訊系統加</a:t>
            </a:r>
            <a:r>
              <a:rPr lang="en-US" altLang="zh-TW" sz="3600" dirty="0"/>
              <a:t>/</a:t>
            </a:r>
            <a:r>
              <a:rPr lang="zh-TW" altLang="en-US" sz="3600" dirty="0"/>
              <a:t>解密機制，確保資料處理流程符合倫理與法規要求</a:t>
            </a:r>
            <a:r>
              <a:rPr lang="zh-TW" altLang="en-US" sz="3600" dirty="0" smtClean="0"/>
              <a:t>。</a:t>
            </a:r>
            <a:endParaRPr lang="en-US" altLang="zh-TW" sz="3600" dirty="0" smtClean="0"/>
          </a:p>
          <a:p>
            <a:endParaRPr lang="en-US" altLang="zh-TW" sz="3600" dirty="0" smtClean="0"/>
          </a:p>
          <a:p>
            <a:r>
              <a:rPr lang="en-US" altLang="zh-TW" sz="3600" dirty="0" smtClean="0"/>
              <a:t>- </a:t>
            </a:r>
            <a:r>
              <a:rPr lang="zh-TW" altLang="en-US" sz="3600" dirty="0"/>
              <a:t>提供完整的資安防護策略，避免基因資料洩露及系統資安風險。</a:t>
            </a:r>
          </a:p>
        </p:txBody>
      </p:sp>
    </p:spTree>
    <p:extLst>
      <p:ext uri="{BB962C8B-B14F-4D97-AF65-F5344CB8AC3E}">
        <p14:creationId xmlns:p14="http://schemas.microsoft.com/office/powerpoint/2010/main" val="2578988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C000"/>
                </a:solidFill>
              </a:rPr>
              <a:t>2.3 </a:t>
            </a:r>
            <a:r>
              <a:rPr lang="zh-TW" altLang="en-US" dirty="0" smtClean="0">
                <a:solidFill>
                  <a:srgbClr val="FFC000"/>
                </a:solidFill>
              </a:rPr>
              <a:t>金</a:t>
            </a:r>
            <a:r>
              <a:rPr lang="zh-TW" altLang="en-US" dirty="0">
                <a:solidFill>
                  <a:srgbClr val="FFC000"/>
                </a:solidFill>
              </a:rPr>
              <a:t>鑰管理機制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3600" dirty="0" smtClean="0"/>
              <a:t>- </a:t>
            </a:r>
            <a:r>
              <a:rPr lang="zh-TW" altLang="en-US" sz="3600" dirty="0" smtClean="0"/>
              <a:t>金</a:t>
            </a:r>
            <a:r>
              <a:rPr lang="zh-TW" altLang="en-US" sz="3600" dirty="0"/>
              <a:t>鑰儲存於 </a:t>
            </a:r>
            <a:r>
              <a:rPr lang="en-US" altLang="zh-TW" sz="3600" dirty="0"/>
              <a:t>`BioBank_Conn.dll`</a:t>
            </a:r>
            <a:r>
              <a:rPr lang="zh-TW" altLang="en-US" sz="3600" dirty="0" smtClean="0"/>
              <a:t>。</a:t>
            </a:r>
            <a:endParaRPr lang="en-US" altLang="zh-TW" sz="3600" dirty="0" smtClean="0"/>
          </a:p>
          <a:p>
            <a:r>
              <a:rPr lang="en-US" altLang="zh-TW" sz="3600" dirty="0" smtClean="0"/>
              <a:t>- </a:t>
            </a:r>
            <a:r>
              <a:rPr lang="zh-TW" altLang="en-US" sz="3600" dirty="0" smtClean="0">
                <a:solidFill>
                  <a:srgbClr val="FFC000"/>
                </a:solidFill>
              </a:rPr>
              <a:t>金</a:t>
            </a:r>
            <a:r>
              <a:rPr lang="zh-TW" altLang="en-US" sz="3600" dirty="0">
                <a:solidFill>
                  <a:srgbClr val="FFC000"/>
                </a:solidFill>
              </a:rPr>
              <a:t>鑰用途</a:t>
            </a:r>
            <a:r>
              <a:rPr lang="zh-TW" altLang="en-US" sz="3600" dirty="0"/>
              <a:t>：僅用於生成年度金鑰，不直接用於資料加</a:t>
            </a:r>
            <a:r>
              <a:rPr lang="en-US" altLang="zh-TW" sz="3600" dirty="0"/>
              <a:t>/</a:t>
            </a:r>
            <a:r>
              <a:rPr lang="zh-TW" altLang="en-US" sz="3600" dirty="0"/>
              <a:t>解密</a:t>
            </a:r>
            <a:r>
              <a:rPr lang="zh-TW" altLang="en-US" sz="3600" dirty="0" smtClean="0"/>
              <a:t>。</a:t>
            </a:r>
            <a:endParaRPr lang="en-US" altLang="zh-TW" sz="3600" dirty="0" smtClean="0"/>
          </a:p>
          <a:p>
            <a:r>
              <a:rPr lang="en-US" altLang="zh-TW" sz="3600" dirty="0" smtClean="0"/>
              <a:t>- </a:t>
            </a:r>
            <a:r>
              <a:rPr lang="zh-TW" altLang="en-US" sz="3600" dirty="0" smtClean="0">
                <a:solidFill>
                  <a:srgbClr val="FFC000"/>
                </a:solidFill>
              </a:rPr>
              <a:t>資料</a:t>
            </a:r>
            <a:r>
              <a:rPr lang="zh-TW" altLang="en-US" sz="3600" dirty="0">
                <a:solidFill>
                  <a:srgbClr val="FFC000"/>
                </a:solidFill>
              </a:rPr>
              <a:t>加</a:t>
            </a:r>
            <a:r>
              <a:rPr lang="en-US" altLang="zh-TW" sz="3600" dirty="0">
                <a:solidFill>
                  <a:srgbClr val="FFC000"/>
                </a:solidFill>
              </a:rPr>
              <a:t>/</a:t>
            </a:r>
            <a:r>
              <a:rPr lang="zh-TW" altLang="en-US" sz="3600" dirty="0">
                <a:solidFill>
                  <a:srgbClr val="FFC000"/>
                </a:solidFill>
              </a:rPr>
              <a:t>解密流程</a:t>
            </a:r>
            <a:r>
              <a:rPr lang="zh-TW" altLang="en-US" sz="3600" dirty="0"/>
              <a:t>：  </a:t>
            </a:r>
            <a:endParaRPr lang="en-US" altLang="zh-TW" sz="3600" dirty="0" smtClean="0"/>
          </a:p>
          <a:p>
            <a:r>
              <a:rPr lang="en-US" altLang="zh-TW" sz="3600" dirty="0" smtClean="0"/>
              <a:t>		1</a:t>
            </a:r>
            <a:r>
              <a:rPr lang="en-US" altLang="zh-TW" sz="3600" dirty="0"/>
              <a:t>. </a:t>
            </a:r>
            <a:r>
              <a:rPr lang="zh-TW" altLang="en-US" sz="3600" dirty="0"/>
              <a:t>以「年度金鑰 </a:t>
            </a:r>
            <a:r>
              <a:rPr lang="en-US" altLang="zh-TW" sz="3600" dirty="0"/>
              <a:t>+ </a:t>
            </a:r>
            <a:r>
              <a:rPr lang="zh-TW" altLang="en-US" sz="3600" dirty="0"/>
              <a:t>檢體編號」產生 </a:t>
            </a:r>
            <a:r>
              <a:rPr lang="en-US" altLang="zh-TW" sz="3600" dirty="0"/>
              <a:t>Session Key</a:t>
            </a:r>
            <a:r>
              <a:rPr lang="zh-TW" altLang="en-US" sz="3600" dirty="0"/>
              <a:t>。  </a:t>
            </a:r>
            <a:endParaRPr lang="en-US" altLang="zh-TW" sz="3600" dirty="0" smtClean="0"/>
          </a:p>
          <a:p>
            <a:r>
              <a:rPr lang="en-US" altLang="zh-TW" sz="3600" dirty="0"/>
              <a:t>	</a:t>
            </a:r>
            <a:r>
              <a:rPr lang="en-US" altLang="zh-TW" sz="3600" dirty="0" smtClean="0"/>
              <a:t>	2</a:t>
            </a:r>
            <a:r>
              <a:rPr lang="en-US" altLang="zh-TW" sz="3600" dirty="0"/>
              <a:t>. </a:t>
            </a:r>
            <a:r>
              <a:rPr lang="zh-TW" altLang="en-US" sz="3600" dirty="0"/>
              <a:t>使用 </a:t>
            </a:r>
            <a:r>
              <a:rPr lang="en-US" altLang="zh-TW" sz="3600" dirty="0"/>
              <a:t>AES-256 </a:t>
            </a:r>
            <a:r>
              <a:rPr lang="zh-TW" altLang="en-US" sz="3600" dirty="0"/>
              <a:t>進行資料加密</a:t>
            </a:r>
            <a:r>
              <a:rPr lang="zh-TW" altLang="en-US" sz="3600" dirty="0" smtClean="0"/>
              <a:t>。</a:t>
            </a:r>
            <a:endParaRPr lang="en-US" altLang="zh-TW" sz="3600" dirty="0" smtClean="0"/>
          </a:p>
          <a:p>
            <a:r>
              <a:rPr lang="en-US" altLang="zh-TW" sz="3600" dirty="0" smtClean="0"/>
              <a:t>- </a:t>
            </a:r>
            <a:r>
              <a:rPr lang="zh-TW" altLang="en-US" sz="3600" dirty="0">
                <a:solidFill>
                  <a:srgbClr val="FFC000"/>
                </a:solidFill>
              </a:rPr>
              <a:t>系統特色</a:t>
            </a:r>
            <a:r>
              <a:rPr lang="zh-TW" altLang="en-US" sz="3600" dirty="0"/>
              <a:t>：每筆資料使用獨立 </a:t>
            </a:r>
            <a:r>
              <a:rPr lang="en-US" altLang="zh-TW" sz="3600" dirty="0"/>
              <a:t>Session Key </a:t>
            </a:r>
            <a:r>
              <a:rPr lang="zh-TW" altLang="en-US" sz="3600" dirty="0"/>
              <a:t>進行加</a:t>
            </a:r>
            <a:r>
              <a:rPr lang="en-US" altLang="zh-TW" sz="3600" dirty="0"/>
              <a:t>/</a:t>
            </a:r>
            <a:r>
              <a:rPr lang="zh-TW" altLang="en-US" sz="3600" dirty="0"/>
              <a:t>解密，使用次數少可大幅提高金鑰安全與資料安全。</a:t>
            </a:r>
          </a:p>
        </p:txBody>
      </p:sp>
    </p:spTree>
    <p:extLst>
      <p:ext uri="{BB962C8B-B14F-4D97-AF65-F5344CB8AC3E}">
        <p14:creationId xmlns:p14="http://schemas.microsoft.com/office/powerpoint/2010/main" val="3292084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8975" y="95615"/>
            <a:ext cx="12415837" cy="1161685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C000"/>
                </a:solidFill>
              </a:rPr>
              <a:t>2.4 </a:t>
            </a:r>
            <a:r>
              <a:rPr lang="zh-TW" altLang="en-US" dirty="0" smtClean="0">
                <a:solidFill>
                  <a:srgbClr val="FFC000"/>
                </a:solidFill>
              </a:rPr>
              <a:t>資訊</a:t>
            </a:r>
            <a:r>
              <a:rPr lang="zh-TW" altLang="en-US" dirty="0">
                <a:solidFill>
                  <a:srgbClr val="FFC000"/>
                </a:solidFill>
              </a:rPr>
              <a:t>系統－資料流程圖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6279" y="1257300"/>
            <a:ext cx="9020298" cy="6720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7784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8975" y="92960"/>
            <a:ext cx="12415837" cy="1079961"/>
          </a:xfrm>
        </p:spPr>
        <p:txBody>
          <a:bodyPr/>
          <a:lstStyle/>
          <a:p>
            <a:r>
              <a:rPr lang="en-US" altLang="zh-TW" dirty="0">
                <a:solidFill>
                  <a:srgbClr val="FFC000"/>
                </a:solidFill>
              </a:rPr>
              <a:t>AES</a:t>
            </a:r>
            <a:r>
              <a:rPr lang="zh-TW" altLang="en-US" dirty="0">
                <a:solidFill>
                  <a:srgbClr val="FFC000"/>
                </a:solidFill>
              </a:rPr>
              <a:t>加密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496" y="1148473"/>
            <a:ext cx="9132053" cy="680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373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8975" y="167957"/>
            <a:ext cx="12415837" cy="1077913"/>
          </a:xfrm>
        </p:spPr>
        <p:txBody>
          <a:bodyPr/>
          <a:lstStyle/>
          <a:p>
            <a:r>
              <a:rPr lang="en-US" altLang="zh-TW" dirty="0">
                <a:solidFill>
                  <a:srgbClr val="FFC000"/>
                </a:solidFill>
              </a:rPr>
              <a:t>AES</a:t>
            </a:r>
            <a:r>
              <a:rPr lang="zh-TW" altLang="en-US" dirty="0">
                <a:solidFill>
                  <a:srgbClr val="FFC000"/>
                </a:solidFill>
              </a:rPr>
              <a:t>解密</a:t>
            </a:r>
            <a:r>
              <a:rPr lang="en-US" altLang="zh-TW" dirty="0">
                <a:solidFill>
                  <a:srgbClr val="FFC000"/>
                </a:solidFill>
              </a:rPr>
              <a:t>-</a:t>
            </a:r>
            <a:r>
              <a:rPr lang="zh-TW" altLang="en-US" dirty="0">
                <a:solidFill>
                  <a:srgbClr val="FFC000"/>
                </a:solidFill>
              </a:rPr>
              <a:t>還原資料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0869" y="1339997"/>
            <a:ext cx="8857661" cy="6596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258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FFC000"/>
                </a:solidFill>
              </a:rPr>
              <a:t>2.5 </a:t>
            </a:r>
            <a:r>
              <a:rPr lang="zh-TW" altLang="en-US" dirty="0" smtClean="0">
                <a:solidFill>
                  <a:srgbClr val="FFC000"/>
                </a:solidFill>
              </a:rPr>
              <a:t>成果</a:t>
            </a:r>
            <a:r>
              <a:rPr lang="zh-TW" altLang="en-US" dirty="0">
                <a:solidFill>
                  <a:srgbClr val="FFC000"/>
                </a:solidFill>
              </a:rPr>
              <a:t>摘要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88975" y="2708910"/>
            <a:ext cx="12415837" cy="4504689"/>
          </a:xfrm>
        </p:spPr>
        <p:txBody>
          <a:bodyPr/>
          <a:lstStyle/>
          <a:p>
            <a:r>
              <a:rPr lang="en-US" altLang="zh-TW" dirty="0" smtClean="0">
                <a:hlinkClick r:id="rId2" action="ppaction://hlinkfile"/>
              </a:rPr>
              <a:t>111_</a:t>
            </a:r>
            <a:r>
              <a:rPr lang="zh-TW" altLang="en-US" dirty="0" smtClean="0">
                <a:hlinkClick r:id="rId2" action="ppaction://hlinkfile"/>
              </a:rPr>
              <a:t>人體生物資料庫產學合作</a:t>
            </a:r>
            <a:r>
              <a:rPr lang="en-US" altLang="zh-TW" dirty="0" smtClean="0">
                <a:hlinkClick r:id="rId2" action="ppaction://hlinkfile"/>
              </a:rPr>
              <a:t>_</a:t>
            </a:r>
            <a:r>
              <a:rPr lang="zh-TW" altLang="en-US" dirty="0" smtClean="0">
                <a:hlinkClick r:id="rId2" action="ppaction://hlinkfile"/>
              </a:rPr>
              <a:t>海報</a:t>
            </a:r>
            <a:r>
              <a:rPr lang="en-US" altLang="zh-TW" dirty="0" smtClean="0">
                <a:hlinkClick r:id="rId2" action="ppaction://hlinkfile"/>
              </a:rPr>
              <a:t>_</a:t>
            </a:r>
            <a:r>
              <a:rPr lang="zh-TW" altLang="en-US" dirty="0" smtClean="0">
                <a:hlinkClick r:id="rId2" action="ppaction://hlinkfile"/>
              </a:rPr>
              <a:t>吳志成</a:t>
            </a:r>
            <a:r>
              <a:rPr lang="en-US" altLang="zh-TW" dirty="0" smtClean="0">
                <a:hlinkClick r:id="rId2" action="ppaction://hlinkfile"/>
              </a:rPr>
              <a:t>.pdf</a:t>
            </a:r>
            <a:endParaRPr lang="en-US" altLang="zh-TW" dirty="0" smtClean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35740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9"/>
          <p:cNvSpPr txBox="1"/>
          <p:nvPr/>
        </p:nvSpPr>
        <p:spPr>
          <a:xfrm>
            <a:off x="2937510" y="3189922"/>
            <a:ext cx="7850187" cy="14311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700"/>
              <a:buFont typeface="DFKai-SB"/>
              <a:buNone/>
              <a:tabLst/>
              <a:defRPr/>
            </a:pPr>
            <a:r>
              <a:rPr kumimoji="0" lang="zh-TW" altLang="en-US" sz="87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FKai-SB"/>
                <a:ea typeface="DFKai-SB"/>
                <a:cs typeface="DFKai-SB"/>
                <a:sym typeface="DFKai-SB"/>
              </a:rPr>
              <a:t>感恩聆聽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5559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自訂設計">
  <a:themeElements>
    <a:clrScheme name="自訂設計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sterPPTTemplate_V11">
  <a:themeElements>
    <a:clrScheme name="Office 佈景主題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Jingsi">
      <a:majorFont>
        <a:latin typeface="Times New Roman"/>
        <a:ea typeface="DFKai-SB"/>
        <a:cs typeface=""/>
      </a:majorFont>
      <a:minorFont>
        <a:latin typeface="Times New Roman"/>
        <a:ea typeface="DFKai-S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6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6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6000" dirty="0" smtClean="0">
            <a:solidFill>
              <a:schemeClr val="bg1">
                <a:lumMod val="85000"/>
              </a:schemeClr>
            </a:solidFill>
          </a:defRPr>
        </a:defPPr>
      </a:lstStyle>
    </a:txDef>
  </a:objectDefaults>
  <a:extraClrSchemeLst>
    <a:extraClrScheme>
      <a:clrScheme name="Office 佈景主題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佈景主題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asterPPTTemplate_V11.potx" id="{044324B8-04AA-4887-A126-C0E1408F6067}" vid="{933BBFA8-86A5-4710-950F-9B68FF259AF1}"/>
    </a:ext>
  </a:extLst>
</a:theme>
</file>

<file path=ppt/theme/theme3.xml><?xml version="1.0" encoding="utf-8"?>
<a:theme xmlns:a="http://schemas.openxmlformats.org/drawingml/2006/main" name="1_自訂設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設計">
      <a:majorFont>
        <a:latin typeface="標楷體"/>
        <a:ea typeface="標楷體"/>
        <a:cs typeface=""/>
      </a:majorFont>
      <a:minorFont>
        <a:latin typeface="標楷體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hlink"/>
        </a:solidFill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0000" tIns="46800" rIns="90000" bIns="46800" numCol="1" anchor="ctr" anchorCtr="1" compatLnSpc="1">
        <a:prstTxWarp prst="textNoShape">
          <a:avLst/>
        </a:prstTxWarp>
      </a:bodyPr>
      <a:lstStyle>
        <a:defPPr marL="0" marR="0" indent="0" algn="ctr" defTabSz="9128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zh-TW" sz="4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hlink"/>
        </a:solidFill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0000" tIns="46800" rIns="90000" bIns="46800" numCol="1" anchor="ctr" anchorCtr="1" compatLnSpc="1">
        <a:prstTxWarp prst="textNoShape">
          <a:avLst/>
        </a:prstTxWarp>
      </a:bodyPr>
      <a:lstStyle>
        <a:defPPr marL="0" marR="0" indent="0" algn="ctr" defTabSz="9128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zh-TW" sz="4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自訂設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2_自訂設計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訂設計">
      <a:majorFont>
        <a:latin typeface="標楷體"/>
        <a:ea typeface="標楷體"/>
        <a:cs typeface=""/>
      </a:majorFont>
      <a:minorFont>
        <a:latin typeface="標楷體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hlink"/>
        </a:solidFill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0000" tIns="46800" rIns="90000" bIns="46800" numCol="1" anchor="ctr" anchorCtr="1" compatLnSpc="1">
        <a:prstTxWarp prst="textNoShape">
          <a:avLst/>
        </a:prstTxWarp>
      </a:bodyPr>
      <a:lstStyle>
        <a:defPPr marL="0" marR="0" indent="0" algn="ctr" defTabSz="9128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zh-TW" sz="4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hlink"/>
        </a:solidFill>
        <a:ln w="9525" cap="flat" cmpd="sng" algn="ctr">
          <a:solidFill>
            <a:schemeClr val="bg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0000" tIns="46800" rIns="90000" bIns="46800" numCol="1" anchor="ctr" anchorCtr="1" compatLnSpc="1">
        <a:prstTxWarp prst="textNoShape">
          <a:avLst/>
        </a:prstTxWarp>
      </a:bodyPr>
      <a:lstStyle>
        <a:defPPr marL="0" marR="0" indent="0" algn="ctr" defTabSz="91281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zh-TW" sz="4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自訂設計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1_MasterPPTTemplate_V11">
  <a:themeElements>
    <a:clrScheme name="Office 佈景主題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Jingsi">
      <a:majorFont>
        <a:latin typeface="Times New Roman"/>
        <a:ea typeface="DFKai-SB"/>
        <a:cs typeface=""/>
      </a:majorFont>
      <a:minorFont>
        <a:latin typeface="Times New Roman"/>
        <a:ea typeface="DFKai-S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6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6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6000" dirty="0" smtClean="0">
            <a:solidFill>
              <a:schemeClr val="bg1">
                <a:lumMod val="85000"/>
              </a:schemeClr>
            </a:solidFill>
          </a:defRPr>
        </a:defPPr>
      </a:lstStyle>
    </a:txDef>
  </a:objectDefaults>
  <a:extraClrSchemeLst>
    <a:extraClrScheme>
      <a:clrScheme name="Office 佈景主題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佈景主題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asterPPTTemplate_V11.potx" id="{044324B8-04AA-4887-A126-C0E1408F6067}" vid="{933BBFA8-86A5-4710-950F-9B68FF259AF1}"/>
    </a:ext>
  </a:extLst>
</a:theme>
</file>

<file path=ppt/theme/theme6.xml><?xml version="1.0" encoding="utf-8"?>
<a:theme xmlns:a="http://schemas.openxmlformats.org/drawingml/2006/main" name="2_MasterPPTTemplate_V11">
  <a:themeElements>
    <a:clrScheme name="Office 佈景主題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Jingsi">
      <a:majorFont>
        <a:latin typeface="Times New Roman"/>
        <a:ea typeface="DFKai-SB"/>
        <a:cs typeface=""/>
      </a:majorFont>
      <a:minorFont>
        <a:latin typeface="Times New Roman"/>
        <a:ea typeface="DFKai-S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6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6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6000" dirty="0" smtClean="0">
            <a:solidFill>
              <a:schemeClr val="bg1">
                <a:lumMod val="85000"/>
              </a:schemeClr>
            </a:solidFill>
          </a:defRPr>
        </a:defPPr>
      </a:lstStyle>
    </a:txDef>
  </a:objectDefaults>
  <a:extraClrSchemeLst>
    <a:extraClrScheme>
      <a:clrScheme name="Office 佈景主題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佈景主題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asterPPTTemplate_V11.potx" id="{044324B8-04AA-4887-A126-C0E1408F6067}" vid="{933BBFA8-86A5-4710-950F-9B68FF259AF1}"/>
    </a:ext>
  </a:extLst>
</a:theme>
</file>

<file path=ppt/theme/theme7.xml><?xml version="1.0" encoding="utf-8"?>
<a:theme xmlns:a="http://schemas.openxmlformats.org/drawingml/2006/main" name="3_MasterPPTTemplate_V11">
  <a:themeElements>
    <a:clrScheme name="Office 佈景主題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Jingsi">
      <a:majorFont>
        <a:latin typeface="Times New Roman"/>
        <a:ea typeface="DFKai-SB"/>
        <a:cs typeface=""/>
      </a:majorFont>
      <a:minorFont>
        <a:latin typeface="Times New Roman"/>
        <a:ea typeface="DFKai-S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6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6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6000" dirty="0" smtClean="0">
            <a:solidFill>
              <a:schemeClr val="bg1">
                <a:lumMod val="85000"/>
              </a:schemeClr>
            </a:solidFill>
          </a:defRPr>
        </a:defPPr>
      </a:lstStyle>
    </a:txDef>
  </a:objectDefaults>
  <a:extraClrSchemeLst>
    <a:extraClrScheme>
      <a:clrScheme name="Office 佈景主題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佈景主題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asterPPTTemplate_V11.potx" id="{044324B8-04AA-4887-A126-C0E1408F6067}" vid="{933BBFA8-86A5-4710-950F-9B68FF259AF1}"/>
    </a:ext>
  </a:extLst>
</a:theme>
</file>

<file path=ppt/theme/theme8.xml><?xml version="1.0" encoding="utf-8"?>
<a:theme xmlns:a="http://schemas.openxmlformats.org/drawingml/2006/main" name="4_MasterPPTTemplate_V11">
  <a:themeElements>
    <a:clrScheme name="Office 佈景主題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Jingsi">
      <a:majorFont>
        <a:latin typeface="Times New Roman"/>
        <a:ea typeface="DFKai-SB"/>
        <a:cs typeface=""/>
      </a:majorFont>
      <a:minorFont>
        <a:latin typeface="Times New Roman"/>
        <a:ea typeface="DFKai-S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6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6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6000" dirty="0" smtClean="0">
            <a:solidFill>
              <a:schemeClr val="bg1">
                <a:lumMod val="85000"/>
              </a:schemeClr>
            </a:solidFill>
          </a:defRPr>
        </a:defPPr>
      </a:lstStyle>
    </a:txDef>
  </a:objectDefaults>
  <a:extraClrSchemeLst>
    <a:extraClrScheme>
      <a:clrScheme name="Office 佈景主題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佈景主題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asterPPTTemplate_V11.potx" id="{044324B8-04AA-4887-A126-C0E1408F6067}" vid="{933BBFA8-86A5-4710-950F-9B68FF259AF1}"/>
    </a:ext>
  </a:extLst>
</a:theme>
</file>

<file path=ppt/theme/theme9.xml><?xml version="1.0" encoding="utf-8"?>
<a:theme xmlns:a="http://schemas.openxmlformats.org/drawingml/2006/main" name="5_MasterPPTTemplate_V11">
  <a:themeElements>
    <a:clrScheme name="Office 佈景主題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Jingsi">
      <a:majorFont>
        <a:latin typeface="Times New Roman"/>
        <a:ea typeface="DFKai-SB"/>
        <a:cs typeface=""/>
      </a:majorFont>
      <a:minorFont>
        <a:latin typeface="Times New Roman"/>
        <a:ea typeface="DFKai-S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6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7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6000" b="1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6000" dirty="0" smtClean="0">
            <a:solidFill>
              <a:schemeClr val="bg1">
                <a:lumMod val="85000"/>
              </a:schemeClr>
            </a:solidFill>
          </a:defRPr>
        </a:defPPr>
      </a:lstStyle>
    </a:txDef>
  </a:objectDefaults>
  <a:extraClrSchemeLst>
    <a:extraClrScheme>
      <a:clrScheme name="Office 佈景主題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佈景主題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佈景主題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asterPPTTemplate_V11.potx" id="{044324B8-04AA-4887-A126-C0E1408F6067}" vid="{933BBFA8-86A5-4710-950F-9B68FF259AF1}"/>
    </a:ext>
  </a:extLst>
</a:theme>
</file>

<file path=ppt/theme/theme10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808</Words>
  <Application>Microsoft Office PowerPoint</Application>
  <PresentationFormat>自訂</PresentationFormat>
  <Paragraphs>97</Paragraphs>
  <Slides>27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9</vt:i4>
      </vt:variant>
      <vt:variant>
        <vt:lpstr>投影片標題</vt:lpstr>
      </vt:variant>
      <vt:variant>
        <vt:i4>27</vt:i4>
      </vt:variant>
    </vt:vector>
  </HeadingPairs>
  <TitlesOfParts>
    <vt:vector size="45" baseType="lpstr">
      <vt:lpstr>BiauKai</vt:lpstr>
      <vt:lpstr>文鼎中圓</vt:lpstr>
      <vt:lpstr>文鼎顏楷</vt:lpstr>
      <vt:lpstr>細明體</vt:lpstr>
      <vt:lpstr>新細明體</vt:lpstr>
      <vt:lpstr>標楷體</vt:lpstr>
      <vt:lpstr>標楷體</vt:lpstr>
      <vt:lpstr>Arial</vt:lpstr>
      <vt:lpstr>Times New Roman</vt:lpstr>
      <vt:lpstr>自訂設計</vt:lpstr>
      <vt:lpstr>MasterPPTTemplate_V11</vt:lpstr>
      <vt:lpstr>1_自訂設計</vt:lpstr>
      <vt:lpstr>2_自訂設計</vt:lpstr>
      <vt:lpstr>1_MasterPPTTemplate_V11</vt:lpstr>
      <vt:lpstr>2_MasterPPTTemplate_V11</vt:lpstr>
      <vt:lpstr>3_MasterPPTTemplate_V11</vt:lpstr>
      <vt:lpstr>4_MasterPPTTemplate_V11</vt:lpstr>
      <vt:lpstr>5_MasterPPTTemplate_V11</vt:lpstr>
      <vt:lpstr>  </vt:lpstr>
      <vt:lpstr>期望、效益、目標</vt:lpstr>
      <vt:lpstr>報告內容</vt:lpstr>
      <vt:lpstr>1.牙科蛀牙AI辨識系統</vt:lpstr>
      <vt:lpstr>1.1 計畫背景</vt:lpstr>
      <vt:lpstr>1.2 計畫目標</vt:lpstr>
      <vt:lpstr>1.3 系統架構、實驗結果與評估</vt:lpstr>
      <vt:lpstr>標記牙齒、標記蛀牙</vt:lpstr>
      <vt:lpstr>蛀牙分割-數據增強</vt:lpstr>
      <vt:lpstr>研究架構</vt:lpstr>
      <vt:lpstr>牙齒偵測訓練Precision-Recall Curve</vt:lpstr>
      <vt:lpstr>預測蛀牙分割與醫師標記比較</vt:lpstr>
      <vt:lpstr>1.4 成果摘要</vt:lpstr>
      <vt:lpstr>LineBot 成果</vt:lpstr>
      <vt:lpstr>成果海報</vt:lpstr>
      <vt:lpstr>二.人體生物資料庫資訊系統優化</vt:lpstr>
      <vt:lpstr>國家級人體生物資料庫整合平台 中央辦公室揭牌</vt:lpstr>
      <vt:lpstr>PowerPoint 簡報</vt:lpstr>
      <vt:lpstr>PowerPoint 簡報</vt:lpstr>
      <vt:lpstr>2.1 計畫背景</vt:lpstr>
      <vt:lpstr>2.2 優化成果</vt:lpstr>
      <vt:lpstr>2.3 金鑰管理機制</vt:lpstr>
      <vt:lpstr>2.4 資訊系統－資料流程圖</vt:lpstr>
      <vt:lpstr>AES加密</vt:lpstr>
      <vt:lpstr>AES解密-還原資料</vt:lpstr>
      <vt:lpstr>2.5 成果摘要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USER</dc:creator>
  <cp:lastModifiedBy>user</cp:lastModifiedBy>
  <cp:revision>73</cp:revision>
  <dcterms:modified xsi:type="dcterms:W3CDTF">2026-05-05T09:04:03Z</dcterms:modified>
</cp:coreProperties>
</file>